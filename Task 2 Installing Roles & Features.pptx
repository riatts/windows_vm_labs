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96" r:id="rId4"/>
  </p:sldMasterIdLst>
  <p:notesMasterIdLst>
    <p:notesMasterId r:id="rId16"/>
  </p:notesMasterIdLst>
  <p:handoutMasterIdLst>
    <p:handoutMasterId r:id="rId17"/>
  </p:handoutMasterIdLst>
  <p:sldIdLst>
    <p:sldId id="334" r:id="rId5"/>
    <p:sldId id="316" r:id="rId6"/>
    <p:sldId id="337" r:id="rId7"/>
    <p:sldId id="343" r:id="rId8"/>
    <p:sldId id="350" r:id="rId9"/>
    <p:sldId id="351" r:id="rId10"/>
    <p:sldId id="342" r:id="rId11"/>
    <p:sldId id="324" r:id="rId12"/>
    <p:sldId id="346" r:id="rId13"/>
    <p:sldId id="328" r:id="rId14"/>
    <p:sldId id="345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92" userDrawn="1">
          <p15:clr>
            <a:srgbClr val="A4A3A4"/>
          </p15:clr>
        </p15:guide>
        <p15:guide id="2" pos="7056" userDrawn="1">
          <p15:clr>
            <a:srgbClr val="A4A3A4"/>
          </p15:clr>
        </p15:guide>
        <p15:guide id="3" orient="horz" pos="316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DCAF9ED-07DC-4A11-8D7F-57B35C25682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4" autoAdjust="0"/>
    <p:restoredTop sz="84967" autoAdjust="0"/>
  </p:normalViewPr>
  <p:slideViewPr>
    <p:cSldViewPr snapToGrid="0">
      <p:cViewPr varScale="1">
        <p:scale>
          <a:sx n="59" d="100"/>
          <a:sy n="59" d="100"/>
        </p:scale>
        <p:origin x="84" y="144"/>
      </p:cViewPr>
      <p:guideLst>
        <p:guide orient="horz" pos="1392"/>
        <p:guide pos="7056"/>
        <p:guide orient="horz" pos="3168"/>
      </p:guideLst>
    </p:cSldViewPr>
  </p:slideViewPr>
  <p:outlineViewPr>
    <p:cViewPr>
      <p:scale>
        <a:sx n="33" d="100"/>
        <a:sy n="33" d="100"/>
      </p:scale>
      <p:origin x="0" y="-1103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0E99E25-5B65-D93A-3010-8B947D67E65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AEB28A-33CC-6CF5-1214-F2C3205F679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888634-FBA9-41D6-8B35-EE3A7D816B7C}" type="datetimeFigureOut">
              <a:rPr lang="en-US" smtClean="0"/>
              <a:t>10/1/2025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D63414-6160-FF79-B3F6-CD615625C84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83E93F-BDEC-C5F7-2553-8324882C419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7C78D2-97D1-4B37-BDD1-08A09BD4CA9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913595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A28068-AFBD-4979-B752-9EB6F90B1386}" type="datetimeFigureOut">
              <a:rPr lang="en-US" smtClean="0"/>
              <a:t>10/1/2025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939589-3E79-4C82-AA4A-FE78234FAA5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49689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17961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67734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34871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07760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90105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97063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698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9933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12307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Slide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159" y="357809"/>
            <a:ext cx="7983110" cy="3080335"/>
          </a:xfrm>
        </p:spPr>
        <p:txBody>
          <a:bodyPr lIns="0" tIns="0" rIns="0" bIns="0" anchor="b"/>
          <a:lstStyle>
            <a:lvl1pPr algn="l">
              <a:lnSpc>
                <a:spcPts val="5400"/>
              </a:lnSpc>
              <a:defRPr sz="5400" b="1" i="0" cap="all" spc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E825845-66DD-4B77-A729-CD97D156FE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280160" y="3496322"/>
            <a:ext cx="0" cy="33528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22749162-63A5-5BF9-895E-B0577A6C4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161510" y="2744546"/>
            <a:ext cx="465456" cy="581432"/>
            <a:chOff x="7843462" y="2744546"/>
            <a:chExt cx="465456" cy="581432"/>
          </a:xfrm>
        </p:grpSpPr>
        <p:sp>
          <p:nvSpPr>
            <p:cNvPr id="19" name="Graphic 12">
              <a:extLst>
                <a:ext uri="{FF2B5EF4-FFF2-40B4-BE49-F238E27FC236}">
                  <a16:creationId xmlns:a16="http://schemas.microsoft.com/office/drawing/2014/main" id="{818B4386-1FCF-4ACE-BE25-AF9CC5E2256F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Graphic 13">
              <a:extLst>
                <a:ext uri="{FF2B5EF4-FFF2-40B4-BE49-F238E27FC236}">
                  <a16:creationId xmlns:a16="http://schemas.microsoft.com/office/drawing/2014/main" id="{19319560-50ED-4963-A2CF-74663239D426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" name="Graphic 15">
              <a:extLst>
                <a:ext uri="{FF2B5EF4-FFF2-40B4-BE49-F238E27FC236}">
                  <a16:creationId xmlns:a16="http://schemas.microsoft.com/office/drawing/2014/main" id="{E5ABBDAD-943D-48F3-9C80-B29C48966C79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1379060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16544" y="614202"/>
            <a:ext cx="5918072" cy="2276856"/>
          </a:xfrm>
        </p:spPr>
        <p:txBody>
          <a:bodyPr lIns="0" tIns="0" rIns="0" bIns="0" anchor="b"/>
          <a:lstStyle>
            <a:lvl1pPr algn="r">
              <a:lnSpc>
                <a:spcPts val="4000"/>
              </a:lnSpc>
              <a:defRPr sz="4000" b="1" cap="all" spc="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C738AB3-8054-6E21-C34C-36AF3A31AC4E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34120D15-E48C-4FBE-BB95-24DB36D9F45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280160" y="2530058"/>
            <a:ext cx="3707972" cy="3707971"/>
          </a:xfrm>
          <a:custGeom>
            <a:avLst/>
            <a:gdLst>
              <a:gd name="connsiteX0" fmla="*/ 1853986 w 3707972"/>
              <a:gd name="connsiteY0" fmla="*/ 0 h 3707971"/>
              <a:gd name="connsiteX1" fmla="*/ 3707972 w 3707972"/>
              <a:gd name="connsiteY1" fmla="*/ 1853986 h 3707971"/>
              <a:gd name="connsiteX2" fmla="*/ 2043545 w 3707972"/>
              <a:gd name="connsiteY2" fmla="*/ 3698400 h 3707971"/>
              <a:gd name="connsiteX3" fmla="*/ 1854006 w 3707972"/>
              <a:gd name="connsiteY3" fmla="*/ 3707971 h 3707971"/>
              <a:gd name="connsiteX4" fmla="*/ 1853966 w 3707972"/>
              <a:gd name="connsiteY4" fmla="*/ 3707971 h 3707971"/>
              <a:gd name="connsiteX5" fmla="*/ 1664427 w 3707972"/>
              <a:gd name="connsiteY5" fmla="*/ 3698400 h 3707971"/>
              <a:gd name="connsiteX6" fmla="*/ 0 w 3707972"/>
              <a:gd name="connsiteY6" fmla="*/ 1853986 h 3707971"/>
              <a:gd name="connsiteX7" fmla="*/ 1853986 w 3707972"/>
              <a:gd name="connsiteY7" fmla="*/ 0 h 3707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707972" h="3707971">
                <a:moveTo>
                  <a:pt x="1853986" y="0"/>
                </a:moveTo>
                <a:cubicBezTo>
                  <a:pt x="2877914" y="0"/>
                  <a:pt x="3707972" y="830058"/>
                  <a:pt x="3707972" y="1853986"/>
                </a:cubicBezTo>
                <a:cubicBezTo>
                  <a:pt x="3707972" y="2813919"/>
                  <a:pt x="2978429" y="3603458"/>
                  <a:pt x="2043545" y="3698400"/>
                </a:cubicBezTo>
                <a:lnTo>
                  <a:pt x="1854006" y="3707971"/>
                </a:lnTo>
                <a:lnTo>
                  <a:pt x="1853966" y="3707971"/>
                </a:lnTo>
                <a:lnTo>
                  <a:pt x="1664427" y="3698400"/>
                </a:lnTo>
                <a:cubicBezTo>
                  <a:pt x="729543" y="3603458"/>
                  <a:pt x="0" y="2813919"/>
                  <a:pt x="0" y="1853986"/>
                </a:cubicBezTo>
                <a:cubicBezTo>
                  <a:pt x="0" y="830058"/>
                  <a:pt x="830058" y="0"/>
                  <a:pt x="1853986" y="0"/>
                </a:cubicBezTo>
                <a:close/>
              </a:path>
            </a:pathLst>
          </a:custGeom>
        </p:spPr>
        <p:txBody>
          <a:bodyPr wrap="square" tIns="914400" anchor="t">
            <a:noAutofit/>
          </a:bodyPr>
          <a:lstStyle>
            <a:lvl1pPr algn="ctr">
              <a:buNone/>
              <a:defRPr sz="16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FD1B85-4BEF-C1C1-5619-B82E9E44A9F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116548" y="3161752"/>
            <a:ext cx="5918068" cy="3144965"/>
          </a:xfrm>
        </p:spPr>
        <p:txBody>
          <a:bodyPr lIns="0" tIns="0" rIns="0" bIns="0">
            <a:normAutofit/>
          </a:bodyPr>
          <a:lstStyle>
            <a:lvl1pPr marL="0" indent="0" algn="r">
              <a:spcBef>
                <a:spcPts val="1200"/>
              </a:spcBef>
              <a:buNone/>
              <a:defRPr sz="2400">
                <a:solidFill>
                  <a:schemeClr val="bg1"/>
                </a:solidFill>
              </a:defRPr>
            </a:lvl1pPr>
            <a:lvl2pPr marL="457200" indent="0" algn="r">
              <a:spcBef>
                <a:spcPts val="1200"/>
              </a:spcBef>
              <a:buNone/>
              <a:defRPr sz="2400">
                <a:solidFill>
                  <a:schemeClr val="bg1"/>
                </a:solidFill>
              </a:defRPr>
            </a:lvl2pPr>
            <a:lvl3pPr marL="914400" indent="0" algn="r">
              <a:spcBef>
                <a:spcPts val="1200"/>
              </a:spcBef>
              <a:buNone/>
              <a:defRPr sz="2400">
                <a:solidFill>
                  <a:schemeClr val="bg1"/>
                </a:solidFill>
              </a:defRPr>
            </a:lvl3pPr>
            <a:lvl4pPr marL="1371600" indent="0" algn="r">
              <a:spcBef>
                <a:spcPts val="1200"/>
              </a:spcBef>
              <a:buNone/>
              <a:defRPr sz="2400">
                <a:solidFill>
                  <a:schemeClr val="bg1"/>
                </a:solidFill>
              </a:defRPr>
            </a:lvl4pPr>
            <a:lvl5pPr marL="1828800" indent="0" algn="r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3AE7F8D-AE68-4A83-BAB5-3A97D473CE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Graphic 12">
            <a:extLst>
              <a:ext uri="{FF2B5EF4-FFF2-40B4-BE49-F238E27FC236}">
                <a16:creationId xmlns:a16="http://schemas.microsoft.com/office/drawing/2014/main" id="{EA1B6985-3E5A-40F4-9268-D4AB3BBF8C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745394" y="276027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3" name="Graphic 13">
            <a:extLst>
              <a:ext uri="{FF2B5EF4-FFF2-40B4-BE49-F238E27FC236}">
                <a16:creationId xmlns:a16="http://schemas.microsoft.com/office/drawing/2014/main" id="{338BC906-9D03-4280-85E8-21A81BC21D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86614" y="2530982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Graphic 15">
            <a:extLst>
              <a:ext uri="{FF2B5EF4-FFF2-40B4-BE49-F238E27FC236}">
                <a16:creationId xmlns:a16="http://schemas.microsoft.com/office/drawing/2014/main" id="{C5C06D53-C9F6-47E8-BFE1-B8193A1AED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652402" y="6031572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E9872E9-2F0D-2FEB-0974-F0BBBC5E0331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7238999" y="6356350"/>
            <a:ext cx="3795615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0768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icture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159" y="3386775"/>
            <a:ext cx="8311102" cy="3080335"/>
          </a:xfrm>
        </p:spPr>
        <p:txBody>
          <a:bodyPr lIns="0" tIns="274320" rIns="0" bIns="0" anchor="t" anchorCtr="0"/>
          <a:lstStyle>
            <a:lvl1pPr algn="l">
              <a:lnSpc>
                <a:spcPts val="5400"/>
              </a:lnSpc>
              <a:defRPr sz="5400" b="1" i="0" cap="all" spc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E825845-66DD-4B77-A729-CD97D156FE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280160" y="0"/>
            <a:ext cx="0" cy="33528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22749162-63A5-5BF9-895E-B0577A6C4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9670435">
            <a:off x="7632743" y="794953"/>
            <a:ext cx="465456" cy="581432"/>
            <a:chOff x="7843462" y="2744546"/>
            <a:chExt cx="465456" cy="581432"/>
          </a:xfrm>
        </p:grpSpPr>
        <p:sp>
          <p:nvSpPr>
            <p:cNvPr id="19" name="Graphic 12">
              <a:extLst>
                <a:ext uri="{FF2B5EF4-FFF2-40B4-BE49-F238E27FC236}">
                  <a16:creationId xmlns:a16="http://schemas.microsoft.com/office/drawing/2014/main" id="{818B4386-1FCF-4ACE-BE25-AF9CC5E2256F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Graphic 13">
              <a:extLst>
                <a:ext uri="{FF2B5EF4-FFF2-40B4-BE49-F238E27FC236}">
                  <a16:creationId xmlns:a16="http://schemas.microsoft.com/office/drawing/2014/main" id="{19319560-50ED-4963-A2CF-74663239D426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" name="Graphic 15">
              <a:extLst>
                <a:ext uri="{FF2B5EF4-FFF2-40B4-BE49-F238E27FC236}">
                  <a16:creationId xmlns:a16="http://schemas.microsoft.com/office/drawing/2014/main" id="{E5ABBDAD-943D-48F3-9C80-B29C48966C79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3" name="Picture Placeholder 14">
            <a:extLst>
              <a:ext uri="{FF2B5EF4-FFF2-40B4-BE49-F238E27FC236}">
                <a16:creationId xmlns:a16="http://schemas.microsoft.com/office/drawing/2014/main" id="{01D87F51-D69B-9038-0566-4FDC355AB6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97587" y="411831"/>
            <a:ext cx="3521337" cy="3521344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tIns="914400" anchor="t" anchorCtr="0">
            <a:noAutofit/>
          </a:bodyPr>
          <a:lstStyle>
            <a:lvl1pPr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9512396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+ Picture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280159" y="640080"/>
            <a:ext cx="10302240" cy="1852046"/>
          </a:xfrm>
        </p:spPr>
        <p:txBody>
          <a:bodyPr lIns="0" tIns="0" rIns="0" bIns="0" anchor="b"/>
          <a:lstStyle>
            <a:lvl1pPr algn="l">
              <a:lnSpc>
                <a:spcPts val="5400"/>
              </a:lnSpc>
              <a:defRPr sz="5400" b="1" i="0" cap="all" spc="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280158" y="2588447"/>
            <a:ext cx="7853678" cy="726645"/>
          </a:xfrm>
        </p:spPr>
        <p:txBody>
          <a:bodyPr lIns="0" tIns="0" rIns="0" bIns="0" anchor="t" anchorCtr="0"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E825845-66DD-4B77-A729-CD97D156FE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280160" y="3496322"/>
            <a:ext cx="0" cy="33528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22749162-63A5-5BF9-895E-B0577A6C4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7659974" y="4456458"/>
            <a:ext cx="465456" cy="581432"/>
            <a:chOff x="7843462" y="2744546"/>
            <a:chExt cx="465456" cy="581432"/>
          </a:xfrm>
        </p:grpSpPr>
        <p:sp>
          <p:nvSpPr>
            <p:cNvPr id="19" name="Graphic 12">
              <a:extLst>
                <a:ext uri="{FF2B5EF4-FFF2-40B4-BE49-F238E27FC236}">
                  <a16:creationId xmlns:a16="http://schemas.microsoft.com/office/drawing/2014/main" id="{818B4386-1FCF-4ACE-BE25-AF9CC5E2256F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Graphic 13">
              <a:extLst>
                <a:ext uri="{FF2B5EF4-FFF2-40B4-BE49-F238E27FC236}">
                  <a16:creationId xmlns:a16="http://schemas.microsoft.com/office/drawing/2014/main" id="{19319560-50ED-4963-A2CF-74663239D426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" name="Graphic 15">
              <a:extLst>
                <a:ext uri="{FF2B5EF4-FFF2-40B4-BE49-F238E27FC236}">
                  <a16:creationId xmlns:a16="http://schemas.microsoft.com/office/drawing/2014/main" id="{E5ABBDAD-943D-48F3-9C80-B29C48966C79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5" name="Picture Placeholder 14">
            <a:extLst>
              <a:ext uri="{FF2B5EF4-FFF2-40B4-BE49-F238E27FC236}">
                <a16:creationId xmlns:a16="http://schemas.microsoft.com/office/drawing/2014/main" id="{5DDB7824-50BA-B12F-AD49-CA8953CA3A0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536252" y="3205313"/>
            <a:ext cx="3043077" cy="3043083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tIns="914400" anchor="t" anchorCtr="0">
            <a:noAutofit/>
          </a:bodyPr>
          <a:lstStyle>
            <a:lvl1pPr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6526456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14800" y="640080"/>
            <a:ext cx="7498080" cy="1280160"/>
          </a:xfrm>
        </p:spPr>
        <p:txBody>
          <a:bodyPr lIns="0" tIns="0" rIns="0" bIns="0" anchor="b" anchorCtr="0"/>
          <a:lstStyle>
            <a:lvl1pPr>
              <a:defRPr sz="4000" b="1" cap="all" spc="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66FD4D-815A-431C-ADEF-DE6F236F6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632" y="722376"/>
            <a:ext cx="520991" cy="517379"/>
          </a:xfrm>
        </p:spPr>
        <p:txBody>
          <a:bodyPr anchor="t" anchorCtr="0"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E62FC6D8-DD87-4B93-8491-43C84EE63FE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317615" y="895646"/>
            <a:ext cx="1956925" cy="1956928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tIns="91440" anchor="t" anchorCtr="0">
            <a:noAutofit/>
          </a:bodyPr>
          <a:lstStyle>
            <a:lvl1pPr algn="ctr">
              <a:buNone/>
              <a:defRPr sz="1800"/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14800" y="2194560"/>
            <a:ext cx="7498080" cy="4023360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10000"/>
              </a:lnSpc>
              <a:buNone/>
              <a:defRPr sz="1800"/>
            </a:lvl1pPr>
            <a:lvl2pPr marL="228600">
              <a:defRPr sz="1600"/>
            </a:lvl2pPr>
            <a:lvl3pPr marL="457200">
              <a:defRPr sz="1400"/>
            </a:lvl3pPr>
            <a:lvl4pPr marL="685800">
              <a:defRPr sz="1200"/>
            </a:lvl4pPr>
            <a:lvl5pPr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58B5E78-A531-681D-1312-F21B52D066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970685" y="620661"/>
            <a:ext cx="403448" cy="381782"/>
            <a:chOff x="10969280" y="1780012"/>
            <a:chExt cx="403448" cy="381782"/>
          </a:xfrm>
        </p:grpSpPr>
        <p:sp>
          <p:nvSpPr>
            <p:cNvPr id="17" name="Graphic 10">
              <a:extLst>
                <a:ext uri="{FF2B5EF4-FFF2-40B4-BE49-F238E27FC236}">
                  <a16:creationId xmlns:a16="http://schemas.microsoft.com/office/drawing/2014/main" id="{AAD06B87-D9B2-4F94-B734-A8F039A203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281590" y="2070656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2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" name="Graphic 11">
              <a:extLst>
                <a:ext uri="{FF2B5EF4-FFF2-40B4-BE49-F238E27FC236}">
                  <a16:creationId xmlns:a16="http://schemas.microsoft.com/office/drawing/2014/main" id="{BB13A13C-36EA-4B13-9175-C5FE95B34D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969280" y="1780012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solidFill>
              <a:schemeClr val="accent2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" name="Footer Placeholder 8">
            <a:extLst>
              <a:ext uri="{FF2B5EF4-FFF2-40B4-BE49-F238E27FC236}">
                <a16:creationId xmlns:a16="http://schemas.microsoft.com/office/drawing/2014/main" id="{5189CAD3-7011-6481-11F8-05B5CB106F0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280160" y="6356350"/>
            <a:ext cx="4114800" cy="365125"/>
          </a:xfrm>
        </p:spPr>
        <p:txBody>
          <a:bodyPr lIns="0" rIns="91440"/>
          <a:lstStyle>
            <a:lvl1pPr algn="l">
              <a:defRPr/>
            </a:lvl1pPr>
          </a:lstStyle>
          <a:p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B7CB27F-7A56-A747-A4D6-5627C2463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7111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+ Subtitle slide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18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280159" y="3383280"/>
            <a:ext cx="10302240" cy="1852046"/>
          </a:xfrm>
        </p:spPr>
        <p:txBody>
          <a:bodyPr lIns="0" tIns="274320" rIns="0" bIns="0" anchor="t" anchorCtr="0"/>
          <a:lstStyle>
            <a:lvl1pPr algn="l">
              <a:lnSpc>
                <a:spcPts val="5400"/>
              </a:lnSpc>
              <a:defRPr sz="5400" b="1" i="0" cap="all" spc="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280158" y="2966886"/>
            <a:ext cx="10302237" cy="397191"/>
          </a:xfrm>
        </p:spPr>
        <p:txBody>
          <a:bodyPr lIns="0" tIns="0" rIns="0" bIns="0" anchor="b" anchorCtr="0"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2749162-63A5-5BF9-895E-B0577A6C4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0897692" y="620298"/>
            <a:ext cx="465456" cy="581432"/>
            <a:chOff x="7843462" y="2744546"/>
            <a:chExt cx="465456" cy="581432"/>
          </a:xfrm>
        </p:grpSpPr>
        <p:sp>
          <p:nvSpPr>
            <p:cNvPr id="19" name="Graphic 12">
              <a:extLst>
                <a:ext uri="{FF2B5EF4-FFF2-40B4-BE49-F238E27FC236}">
                  <a16:creationId xmlns:a16="http://schemas.microsoft.com/office/drawing/2014/main" id="{818B4386-1FCF-4ACE-BE25-AF9CC5E2256F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Graphic 13">
              <a:extLst>
                <a:ext uri="{FF2B5EF4-FFF2-40B4-BE49-F238E27FC236}">
                  <a16:creationId xmlns:a16="http://schemas.microsoft.com/office/drawing/2014/main" id="{19319560-50ED-4963-A2CF-74663239D426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" name="Graphic 15">
              <a:extLst>
                <a:ext uri="{FF2B5EF4-FFF2-40B4-BE49-F238E27FC236}">
                  <a16:creationId xmlns:a16="http://schemas.microsoft.com/office/drawing/2014/main" id="{E5ABBDAD-943D-48F3-9C80-B29C48966C79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7912362-D30D-7B0B-BA94-0993B1EBC4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280160" y="0"/>
            <a:ext cx="0" cy="2775857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76449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0160" y="685800"/>
            <a:ext cx="9137012" cy="1280160"/>
          </a:xfrm>
        </p:spPr>
        <p:txBody>
          <a:bodyPr lIns="0" tIns="0" rIns="0" bIns="0"/>
          <a:lstStyle>
            <a:lvl1pPr>
              <a:defRPr sz="4000" b="1" cap="all" spc="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0F91A5DB-A2CA-1D70-9A06-3869A288C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E39CA1-2B6D-427E-9688-9093D5865CB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280160" y="2327440"/>
            <a:ext cx="4846320" cy="4040574"/>
          </a:xfrm>
        </p:spPr>
        <p:txBody>
          <a:bodyPr lIns="0" tIns="0" rIns="0" bIns="0">
            <a:normAutofit/>
          </a:bodyPr>
          <a:lstStyle>
            <a:lvl1pPr marL="0" indent="0">
              <a:spcAft>
                <a:spcPts val="0"/>
              </a:spcAft>
              <a:buNone/>
              <a:defRPr sz="1800"/>
            </a:lvl1pPr>
            <a:lvl2pPr marL="228600">
              <a:spcBef>
                <a:spcPts val="1200"/>
              </a:spcBef>
              <a:defRPr sz="1800"/>
            </a:lvl2pPr>
            <a:lvl3pPr marL="685800">
              <a:spcBef>
                <a:spcPts val="1200"/>
              </a:spcBef>
              <a:defRPr sz="1800"/>
            </a:lvl3pPr>
            <a:lvl4pPr marL="1143000">
              <a:spcBef>
                <a:spcPts val="1200"/>
              </a:spcBef>
              <a:defRPr sz="1800"/>
            </a:lvl4pPr>
            <a:lvl5pPr marL="1600200">
              <a:spcBef>
                <a:spcPts val="12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723402" y="2327441"/>
            <a:ext cx="4846320" cy="4040574"/>
          </a:xfrm>
        </p:spPr>
        <p:txBody>
          <a:bodyPr lIns="0" tIns="0" rIns="0" bIns="0">
            <a:normAutofit/>
          </a:bodyPr>
          <a:lstStyle>
            <a:lvl1pPr marL="0" indent="0">
              <a:spcAft>
                <a:spcPts val="0"/>
              </a:spcAft>
              <a:buNone/>
              <a:defRPr sz="1800"/>
            </a:lvl1pPr>
            <a:lvl2pPr marL="228600">
              <a:spcBef>
                <a:spcPts val="1200"/>
              </a:spcBef>
              <a:defRPr sz="1800"/>
            </a:lvl2pPr>
            <a:lvl3pPr marL="685800">
              <a:spcBef>
                <a:spcPts val="1200"/>
              </a:spcBef>
              <a:defRPr sz="1800"/>
            </a:lvl3pPr>
            <a:lvl4pPr marL="1143000">
              <a:spcBef>
                <a:spcPts val="1200"/>
              </a:spcBef>
              <a:defRPr sz="1800"/>
            </a:lvl4pPr>
            <a:lvl5pPr marL="1600200">
              <a:spcBef>
                <a:spcPts val="12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60F34ED-DA60-4CC2-B735-B0EC5D9FEA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Graphic 15">
            <a:extLst>
              <a:ext uri="{FF2B5EF4-FFF2-40B4-BE49-F238E27FC236}">
                <a16:creationId xmlns:a16="http://schemas.microsoft.com/office/drawing/2014/main" id="{A9475260-301F-4744-B1DA-7B00F6FB43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08317" y="492206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Graphic 16">
            <a:extLst>
              <a:ext uri="{FF2B5EF4-FFF2-40B4-BE49-F238E27FC236}">
                <a16:creationId xmlns:a16="http://schemas.microsoft.com/office/drawing/2014/main" id="{9BBD3F4B-0836-48C5-AC68-747456D1DD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477944" y="105558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6" name="Graphic 14">
            <a:extLst>
              <a:ext uri="{FF2B5EF4-FFF2-40B4-BE49-F238E27FC236}">
                <a16:creationId xmlns:a16="http://schemas.microsoft.com/office/drawing/2014/main" id="{9B4398D5-99F4-4F83-AA77-9B4177648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41555" y="44663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6D6A69CF-70D6-AB12-CD8B-FD75B7EE1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356350"/>
            <a:ext cx="4114800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7595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9EFE408-BFE1-16DC-F7C6-47F55C171A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12992" y="0"/>
            <a:ext cx="5779008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5572" y="685800"/>
            <a:ext cx="4754880" cy="5670550"/>
          </a:xfrm>
        </p:spPr>
        <p:txBody>
          <a:bodyPr lIns="0" tIns="0" rIns="0" bIns="0" anchor="ctr" anchorCtr="0"/>
          <a:lstStyle>
            <a:lvl1pPr algn="l">
              <a:defRPr sz="4000" b="1" cap="all" spc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4C0ED5DD-6381-0FFD-7B45-D21179A39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F042E432-AE48-385B-DEA1-32129394CE76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1279526" y="1533524"/>
            <a:ext cx="4663440" cy="1895475"/>
          </a:xfrm>
        </p:spPr>
        <p:txBody>
          <a:bodyPr lIns="0" tIns="0" rIns="0" bIns="0" anchor="t" anchorCtr="0">
            <a:noAutofit/>
          </a:bodyPr>
          <a:lstStyle>
            <a:lvl1pPr marL="342900" indent="-512064">
              <a:spcBef>
                <a:spcPts val="1000"/>
              </a:spcBef>
              <a:buFont typeface="+mj-lt"/>
              <a:buAutoNum type="arabicPeriod"/>
              <a:defRPr sz="1800"/>
            </a:lvl1pPr>
            <a:lvl2pPr marL="1028700" indent="-342900">
              <a:spcBef>
                <a:spcPts val="1200"/>
              </a:spcBef>
              <a:buFont typeface="+mj-lt"/>
              <a:buAutoNum type="alphaLcPeriod"/>
              <a:defRPr sz="1800"/>
            </a:lvl2pPr>
            <a:lvl3pPr marL="1257300" indent="-342900">
              <a:spcBef>
                <a:spcPts val="1200"/>
              </a:spcBef>
              <a:buFont typeface="+mj-lt"/>
              <a:buAutoNum type="arabicParenR"/>
              <a:defRPr sz="1800"/>
            </a:lvl3pPr>
            <a:lvl4pPr marL="1714500" indent="-342900">
              <a:spcBef>
                <a:spcPts val="1200"/>
              </a:spcBef>
              <a:buFont typeface="+mj-lt"/>
              <a:buAutoNum type="alphaLcParenR"/>
              <a:defRPr sz="1800"/>
            </a:lvl4pPr>
            <a:lvl5pPr marL="2228850" indent="-400050">
              <a:spcBef>
                <a:spcPts val="1200"/>
              </a:spcBef>
              <a:buFont typeface="+mj-lt"/>
              <a:buAutoNum type="romanLcPeriod"/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DF111B2E-0535-57E2-FE92-620F9307A95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280160" y="3482974"/>
            <a:ext cx="4663440" cy="1190033"/>
          </a:xfrm>
        </p:spPr>
        <p:txBody>
          <a:bodyPr lIns="0" tIns="0" rIns="0" bIns="0" anchor="t" anchorCtr="0">
            <a:noAutofit/>
          </a:bodyPr>
          <a:lstStyle>
            <a:lvl1pPr marL="0" indent="0">
              <a:spcBef>
                <a:spcPts val="1200"/>
              </a:spcBef>
              <a:buNone/>
              <a:defRPr sz="1800"/>
            </a:lvl1pPr>
            <a:lvl2pPr marL="457200" indent="0">
              <a:spcBef>
                <a:spcPts val="1200"/>
              </a:spcBef>
              <a:buNone/>
              <a:defRPr sz="1600"/>
            </a:lvl2pPr>
            <a:lvl3pPr marL="914400" indent="0">
              <a:spcBef>
                <a:spcPts val="1200"/>
              </a:spcBef>
              <a:buNone/>
              <a:defRPr sz="1400"/>
            </a:lvl3pPr>
            <a:lvl4pPr marL="1371600" indent="0">
              <a:spcBef>
                <a:spcPts val="1200"/>
              </a:spcBef>
              <a:buNone/>
              <a:defRPr sz="1200"/>
            </a:lvl4pPr>
            <a:lvl5pPr marL="1828800" indent="0">
              <a:spcBef>
                <a:spcPts val="1200"/>
              </a:spcBef>
              <a:buNone/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1280160" y="4692058"/>
            <a:ext cx="4663440" cy="1584918"/>
          </a:xfrm>
        </p:spPr>
        <p:txBody>
          <a:bodyPr lIns="0" tIns="0" rIns="0" bIns="0" anchor="t" anchorCtr="0">
            <a:noAutofit/>
          </a:bodyPr>
          <a:lstStyle>
            <a:lvl1pPr>
              <a:spcBef>
                <a:spcPts val="1200"/>
              </a:spcBef>
              <a:defRPr sz="1800"/>
            </a:lvl1pPr>
            <a:lvl2pPr>
              <a:spcBef>
                <a:spcPts val="1200"/>
              </a:spcBef>
              <a:defRPr sz="1600"/>
            </a:lvl2pPr>
            <a:lvl3pPr>
              <a:spcBef>
                <a:spcPts val="1200"/>
              </a:spcBef>
              <a:defRPr sz="1400"/>
            </a:lvl3pPr>
            <a:lvl4pPr>
              <a:spcBef>
                <a:spcPts val="1200"/>
              </a:spcBef>
              <a:defRPr sz="1200"/>
            </a:lvl4pPr>
            <a:lvl5pPr>
              <a:spcBef>
                <a:spcPts val="1200"/>
              </a:spcBef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34C23E1A-9E5E-DA12-8E11-83F486766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356350"/>
            <a:ext cx="4114800" cy="365125"/>
          </a:xfrm>
        </p:spPr>
        <p:txBody>
          <a:bodyPr lIns="0" rIns="91440"/>
          <a:lstStyle>
            <a:lvl1pPr algn="l">
              <a:defRPr/>
            </a:lvl1pPr>
          </a:lstStyle>
          <a:p>
            <a:endParaRPr lang="en-US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3FE6E42-6A8F-C459-87EE-E2A5BAFA85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93202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160" y="301752"/>
            <a:ext cx="4663438" cy="2441448"/>
          </a:xfrm>
        </p:spPr>
        <p:txBody>
          <a:bodyPr lIns="0" tIns="0" rIns="0" bIns="0" anchor="ctr" anchorCtr="0"/>
          <a:lstStyle>
            <a:lvl1pPr algn="l">
              <a:lnSpc>
                <a:spcPts val="4000"/>
              </a:lnSpc>
              <a:spcBef>
                <a:spcPts val="1000"/>
              </a:spcBef>
              <a:defRPr sz="4000" b="1" i="0" cap="all" spc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01EAA4-F44C-4C1F-B8E3-1A3005300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632" y="726630"/>
            <a:ext cx="520991" cy="517379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9FB40175-FA51-DA14-A5B2-CD06DE6ECC3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80161" y="2777067"/>
            <a:ext cx="4663440" cy="3550581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10000"/>
              </a:lnSpc>
              <a:buNone/>
              <a:defRPr sz="1800"/>
            </a:lvl1pPr>
            <a:lvl2pPr marL="228600">
              <a:lnSpc>
                <a:spcPct val="110000"/>
              </a:lnSpc>
              <a:defRPr sz="1600"/>
            </a:lvl2pPr>
            <a:lvl3pPr marL="457200">
              <a:lnSpc>
                <a:spcPct val="110000"/>
              </a:lnSpc>
              <a:defRPr sz="1400"/>
            </a:lvl3pPr>
            <a:lvl4pPr marL="685800">
              <a:lnSpc>
                <a:spcPct val="110000"/>
              </a:lnSpc>
              <a:defRPr sz="1200"/>
            </a:lvl4pPr>
            <a:lvl5pPr marL="914400">
              <a:lnSpc>
                <a:spcPct val="110000"/>
              </a:lnSpc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15930B2-E36D-4D05-A6B3-CA1BF61D50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12089" y="0"/>
            <a:ext cx="5779911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9CEC7E0F-60E8-418B-978D-C607C82E97F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695553" y="301752"/>
            <a:ext cx="5221224" cy="6263640"/>
          </a:xfrm>
        </p:spPr>
        <p:txBody>
          <a:bodyPr tIns="914400" anchor="t" anchorCtr="0"/>
          <a:lstStyle>
            <a:lvl1pPr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10" name="Footer Placeholder 8">
            <a:extLst>
              <a:ext uri="{FF2B5EF4-FFF2-40B4-BE49-F238E27FC236}">
                <a16:creationId xmlns:a16="http://schemas.microsoft.com/office/drawing/2014/main" id="{7A4AE671-C203-0370-2888-FC8F7D444D1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280160" y="6356350"/>
            <a:ext cx="4434825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792BFA8-57AD-0B5C-2534-1E862B58DA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5127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68079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0159" y="640080"/>
            <a:ext cx="4815836" cy="2103120"/>
          </a:xfrm>
        </p:spPr>
        <p:txBody>
          <a:bodyPr lIns="0" tIns="0" rIns="0" bIns="0" anchor="ctr" anchorCtr="0"/>
          <a:lstStyle>
            <a:lvl1pPr algn="l">
              <a:defRPr sz="4000" b="1" cap="all" spc="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6183E8BD-29F0-8F9F-FC7D-73F8067BCDDF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C983CA3-739C-6C20-AFE0-0997370354B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531427" y="640080"/>
            <a:ext cx="5122889" cy="2103120"/>
          </a:xfrm>
        </p:spPr>
        <p:txBody>
          <a:bodyPr lIns="0" tIns="0" rIns="0" bIns="0" anchor="ctr" anchorCtr="0">
            <a:normAutofit/>
          </a:bodyPr>
          <a:lstStyle>
            <a:lvl1pPr marL="0" indent="0">
              <a:lnSpc>
                <a:spcPct val="110000"/>
              </a:lnSpc>
              <a:buNone/>
              <a:defRPr sz="1800">
                <a:solidFill>
                  <a:schemeClr val="tx1"/>
                </a:solidFill>
              </a:defRPr>
            </a:lvl1pPr>
            <a:lvl2pPr marL="228600">
              <a:lnSpc>
                <a:spcPct val="100000"/>
              </a:lnSpc>
              <a:defRPr sz="1600">
                <a:solidFill>
                  <a:schemeClr val="tx1"/>
                </a:solidFill>
              </a:defRPr>
            </a:lvl2pPr>
            <a:lvl3pPr marL="457200">
              <a:lnSpc>
                <a:spcPct val="100000"/>
              </a:lnSpc>
              <a:defRPr sz="1400">
                <a:solidFill>
                  <a:schemeClr val="tx1"/>
                </a:solidFill>
              </a:defRPr>
            </a:lvl3pPr>
            <a:lvl4pPr marL="685800">
              <a:lnSpc>
                <a:spcPct val="100000"/>
              </a:lnSpc>
              <a:defRPr sz="1200">
                <a:solidFill>
                  <a:schemeClr val="tx1"/>
                </a:solidFill>
              </a:defRPr>
            </a:lvl4pPr>
            <a:lvl5pPr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BC9F29C-BBE9-AFB4-AFC6-30BCA4EB2A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BC4D286-C480-B4CF-4406-CACC323F9FAD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1280160" y="3017520"/>
            <a:ext cx="10374152" cy="3208866"/>
          </a:xfr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0BEE2817-4518-D59A-BD13-29A3D4FE64F0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7539516" y="6356350"/>
            <a:ext cx="4114800" cy="365125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89052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59" y="4970638"/>
            <a:ext cx="9144000" cy="1280160"/>
          </a:xfrm>
        </p:spPr>
        <p:txBody>
          <a:bodyPr lIns="0" tIns="0" rIns="0" bIns="0" anchor="b" anchorCtr="0"/>
          <a:lstStyle>
            <a:lvl1pPr algn="l">
              <a:defRPr sz="4000" b="1" cap="all" spc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F0626849-9D2D-3C95-8C10-FA8F325FE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E39CA1-2B6D-427E-9688-9093D5865CB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280160" y="685800"/>
            <a:ext cx="4937760" cy="402336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200"/>
              </a:spcBef>
              <a:buNone/>
              <a:defRPr sz="1800"/>
            </a:lvl1pPr>
            <a:lvl2pPr marL="457200">
              <a:spcBef>
                <a:spcPts val="1200"/>
              </a:spcBef>
              <a:defRPr sz="1800"/>
            </a:lvl2pPr>
            <a:lvl3pPr marL="914400">
              <a:spcBef>
                <a:spcPts val="1200"/>
              </a:spcBef>
              <a:defRPr sz="1800"/>
            </a:lvl3pPr>
            <a:lvl4pPr marL="1371600">
              <a:spcBef>
                <a:spcPts val="1200"/>
              </a:spcBef>
              <a:defRPr sz="1800"/>
            </a:lvl4pPr>
            <a:lvl5pPr marL="1828800">
              <a:spcBef>
                <a:spcPts val="12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704755" y="685800"/>
            <a:ext cx="4937760" cy="4023360"/>
          </a:xfrm>
        </p:spPr>
        <p:txBody>
          <a:bodyPr lIns="0" tIns="0" rIns="0" bIns="0">
            <a:noAutofit/>
          </a:bodyPr>
          <a:lstStyle>
            <a:lvl1pPr>
              <a:spcBef>
                <a:spcPts val="1200"/>
              </a:spcBef>
              <a:defRPr sz="1800"/>
            </a:lvl1pPr>
            <a:lvl2pPr>
              <a:spcBef>
                <a:spcPts val="1200"/>
              </a:spcBef>
              <a:defRPr sz="1800"/>
            </a:lvl2pPr>
            <a:lvl3pPr>
              <a:spcBef>
                <a:spcPts val="1200"/>
              </a:spcBef>
              <a:defRPr sz="1800"/>
            </a:lvl3pPr>
            <a:lvl4pPr>
              <a:spcBef>
                <a:spcPts val="1200"/>
              </a:spcBef>
              <a:defRPr sz="1800"/>
            </a:lvl4pPr>
            <a:lvl5pPr>
              <a:spcBef>
                <a:spcPts val="12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717D91C-F78C-0E4C-FB27-7112AB840A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322570" y="5680647"/>
            <a:ext cx="465456" cy="581432"/>
            <a:chOff x="7843462" y="2744546"/>
            <a:chExt cx="465456" cy="581432"/>
          </a:xfrm>
        </p:grpSpPr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CC935CF3-75DF-0DC7-1B2A-E0E0205DF64B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" name="Graphic 13">
              <a:extLst>
                <a:ext uri="{FF2B5EF4-FFF2-40B4-BE49-F238E27FC236}">
                  <a16:creationId xmlns:a16="http://schemas.microsoft.com/office/drawing/2014/main" id="{D5782BEB-6319-DEC1-F9ED-BA9201C6B9B7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" name="Graphic 15">
              <a:extLst>
                <a:ext uri="{FF2B5EF4-FFF2-40B4-BE49-F238E27FC236}">
                  <a16:creationId xmlns:a16="http://schemas.microsoft.com/office/drawing/2014/main" id="{6E59DFAF-9794-BD12-D89A-422FFFFCE023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36444A47-BCB3-5C86-F2B8-25092BE8D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356350"/>
            <a:ext cx="4114800" cy="365125"/>
          </a:xfrm>
        </p:spPr>
        <p:txBody>
          <a:bodyPr lIns="0" rIns="91440"/>
          <a:lstStyle>
            <a:lvl1pPr algn="l">
              <a:defRPr/>
            </a:lvl1pPr>
          </a:lstStyle>
          <a:p>
            <a:endParaRPr lang="en-US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648C53D-49AB-C003-70E8-5117AF0797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96BC1DE-6696-3408-564E-2D73B12663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5400000">
            <a:off x="10711518" y="5393214"/>
            <a:ext cx="1097341" cy="736658"/>
            <a:chOff x="10508317" y="446637"/>
            <a:chExt cx="1097341" cy="736658"/>
          </a:xfrm>
        </p:grpSpPr>
        <p:sp>
          <p:nvSpPr>
            <p:cNvPr id="25" name="Graphic 15">
              <a:extLst>
                <a:ext uri="{FF2B5EF4-FFF2-40B4-BE49-F238E27FC236}">
                  <a16:creationId xmlns:a16="http://schemas.microsoft.com/office/drawing/2014/main" id="{268EB1E4-29D6-C3F5-BCBB-FB7E7EE5C2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508317" y="492206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solidFill>
              <a:schemeClr val="accent2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" name="Graphic 16">
              <a:extLst>
                <a:ext uri="{FF2B5EF4-FFF2-40B4-BE49-F238E27FC236}">
                  <a16:creationId xmlns:a16="http://schemas.microsoft.com/office/drawing/2014/main" id="{09524D46-140F-2F4F-430B-F59815A07C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477944" y="1055581"/>
              <a:ext cx="127714" cy="127714"/>
            </a:xfrm>
            <a:custGeom>
              <a:avLst/>
              <a:gdLst>
                <a:gd name="connsiteX0" fmla="*/ 63857 w 127714"/>
                <a:gd name="connsiteY0" fmla="*/ 18874 h 127714"/>
                <a:gd name="connsiteX1" fmla="*/ 108840 w 127714"/>
                <a:gd name="connsiteY1" fmla="*/ 63857 h 127714"/>
                <a:gd name="connsiteX2" fmla="*/ 63857 w 127714"/>
                <a:gd name="connsiteY2" fmla="*/ 108840 h 127714"/>
                <a:gd name="connsiteX3" fmla="*/ 18874 w 127714"/>
                <a:gd name="connsiteY3" fmla="*/ 63857 h 127714"/>
                <a:gd name="connsiteX4" fmla="*/ 63857 w 127714"/>
                <a:gd name="connsiteY4" fmla="*/ 18874 h 127714"/>
                <a:gd name="connsiteX5" fmla="*/ 63857 w 127714"/>
                <a:gd name="connsiteY5" fmla="*/ 0 h 127714"/>
                <a:gd name="connsiteX6" fmla="*/ 0 w 127714"/>
                <a:gd name="connsiteY6" fmla="*/ 63857 h 127714"/>
                <a:gd name="connsiteX7" fmla="*/ 63857 w 127714"/>
                <a:gd name="connsiteY7" fmla="*/ 127714 h 127714"/>
                <a:gd name="connsiteX8" fmla="*/ 127714 w 127714"/>
                <a:gd name="connsiteY8" fmla="*/ 63857 h 127714"/>
                <a:gd name="connsiteX9" fmla="*/ 63857 w 127714"/>
                <a:gd name="connsiteY9" fmla="*/ 0 h 12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4" h="127714">
                  <a:moveTo>
                    <a:pt x="63857" y="18874"/>
                  </a:moveTo>
                  <a:cubicBezTo>
                    <a:pt x="88700" y="18874"/>
                    <a:pt x="108840" y="39014"/>
                    <a:pt x="108840" y="63857"/>
                  </a:cubicBezTo>
                  <a:cubicBezTo>
                    <a:pt x="108840" y="88700"/>
                    <a:pt x="88700" y="108840"/>
                    <a:pt x="63857" y="108840"/>
                  </a:cubicBezTo>
                  <a:cubicBezTo>
                    <a:pt x="39014" y="108840"/>
                    <a:pt x="18874" y="88700"/>
                    <a:pt x="18874" y="63857"/>
                  </a:cubicBezTo>
                  <a:cubicBezTo>
                    <a:pt x="18898" y="39024"/>
                    <a:pt x="39024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4"/>
                    <a:pt x="63857" y="127714"/>
                  </a:cubicBezTo>
                  <a:cubicBezTo>
                    <a:pt x="99124" y="127714"/>
                    <a:pt x="127714" y="99124"/>
                    <a:pt x="127714" y="63857"/>
                  </a:cubicBezTo>
                  <a:cubicBezTo>
                    <a:pt x="127714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2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" name="Graphic 14">
              <a:extLst>
                <a:ext uri="{FF2B5EF4-FFF2-40B4-BE49-F238E27FC236}">
                  <a16:creationId xmlns:a16="http://schemas.microsoft.com/office/drawing/2014/main" id="{AC75143B-C717-8D04-743C-B40FB5EFB2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241555" y="446637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2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4873764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0160" y="640080"/>
            <a:ext cx="10087699" cy="1280160"/>
          </a:xfrm>
        </p:spPr>
        <p:txBody>
          <a:bodyPr lIns="0" tIns="0" rIns="0" bIns="0" anchor="b" anchorCtr="0"/>
          <a:lstStyle>
            <a:lvl1pPr>
              <a:defRPr sz="4000" b="1" cap="all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16B8DF0-B7E6-5032-C3C7-E457E793B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280160" y="2103119"/>
            <a:ext cx="10087699" cy="4114800"/>
          </a:xfrm>
        </p:spPr>
        <p:txBody>
          <a:bodyPr lIns="0" tIns="0" rIns="0" bIns="0"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C05CAAB-DBA2-4548-AD5F-01BB97FBB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C5F4D40-ADE4-5EEB-436C-8563A49C5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356350"/>
            <a:ext cx="4114800" cy="365125"/>
          </a:xfrm>
        </p:spPr>
        <p:txBody>
          <a:bodyPr lIns="0"/>
          <a:lstStyle>
            <a:lvl1pPr algn="l"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17450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Bubbles and Title 1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2897" y="585216"/>
            <a:ext cx="8965094" cy="2276856"/>
          </a:xfrm>
        </p:spPr>
        <p:txBody>
          <a:bodyPr lIns="0" tIns="0" rIns="0" anchor="b"/>
          <a:lstStyle>
            <a:lvl1pPr algn="r">
              <a:lnSpc>
                <a:spcPts val="4800"/>
              </a:lnSpc>
              <a:defRPr sz="4800" b="1" cap="all" spc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 14">
            <a:extLst>
              <a:ext uri="{FF2B5EF4-FFF2-40B4-BE49-F238E27FC236}">
                <a16:creationId xmlns:a16="http://schemas.microsoft.com/office/drawing/2014/main" id="{FC9B12A4-113B-B3F6-5926-5C2A6F504AB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371606" y="3205313"/>
            <a:ext cx="3043077" cy="3043083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tIns="914400" anchor="t" anchorCtr="0">
            <a:noAutofit/>
          </a:bodyPr>
          <a:lstStyle>
            <a:lvl1pPr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928810C-E773-43AE-A2A1-4073955CC8D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640609" y="3127248"/>
            <a:ext cx="6117381" cy="3017520"/>
          </a:xfrm>
        </p:spPr>
        <p:txBody>
          <a:bodyPr lIns="0" tIns="0" rIns="0" bIns="0">
            <a:normAutofit/>
          </a:bodyPr>
          <a:lstStyle>
            <a:lvl1pPr marL="0" indent="0" algn="r">
              <a:spcBef>
                <a:spcPts val="1200"/>
              </a:spcBef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AF51D36-DB19-27CD-47E0-A4261648DA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8614240">
            <a:off x="3975343" y="2819532"/>
            <a:ext cx="465456" cy="581432"/>
            <a:chOff x="7843462" y="2744546"/>
            <a:chExt cx="465456" cy="581432"/>
          </a:xfrm>
        </p:grpSpPr>
        <p:sp>
          <p:nvSpPr>
            <p:cNvPr id="4" name="Graphic 12">
              <a:extLst>
                <a:ext uri="{FF2B5EF4-FFF2-40B4-BE49-F238E27FC236}">
                  <a16:creationId xmlns:a16="http://schemas.microsoft.com/office/drawing/2014/main" id="{3EFED0E0-17D4-C5B0-09D0-B43338A856B3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" name="Graphic 13">
              <a:extLst>
                <a:ext uri="{FF2B5EF4-FFF2-40B4-BE49-F238E27FC236}">
                  <a16:creationId xmlns:a16="http://schemas.microsoft.com/office/drawing/2014/main" id="{8F798BBE-9B6F-700D-08A1-09ABC5388CCE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" name="Graphic 15">
              <a:extLst>
                <a:ext uri="{FF2B5EF4-FFF2-40B4-BE49-F238E27FC236}">
                  <a16:creationId xmlns:a16="http://schemas.microsoft.com/office/drawing/2014/main" id="{4AE2D1C5-9D85-9049-690C-3AFCE7E2DA56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D0FE75D-ACD3-655E-58A7-8F2C182760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3503032"/>
            <a:ext cx="0" cy="334609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93626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136525"/>
            <a:ext cx="10515600" cy="1509713"/>
          </a:xfrm>
        </p:spPr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BC03C0-6EB7-4633-967C-12C35768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390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FF4306-91CD-4B7B-8A53-34BE8F997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632" y="726630"/>
            <a:ext cx="520991" cy="517379"/>
          </a:xfrm>
        </p:spPr>
        <p:txBody>
          <a:bodyPr/>
          <a:lstStyle/>
          <a:p>
            <a:fld id="{D8DA9DAA-006C-4F4B-980E-E3DF019B24E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5B2B208-F5B9-0151-C982-A389CB0B29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15890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32910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0EEA6CA-DE1E-18ED-E69E-54A1372FE2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15890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F973C81-5E94-41F6-CE15-3B4763B3A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835B5C-F994-9D57-3118-919EE90F5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08676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DA4224-F4E4-47A4-ACF7-231749390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5394" y="1"/>
            <a:ext cx="9918405" cy="164623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679907-DC49-4B86-A34C-C97DBC26A9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35394" y="1825625"/>
            <a:ext cx="991840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C0E9BD-90BD-46AE-8A0D-06796ADB76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86121" y="726630"/>
            <a:ext cx="520991" cy="517379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ctr">
              <a:defRPr sz="1800" b="1" i="0" cap="all" spc="100" baseline="0">
                <a:solidFill>
                  <a:schemeClr val="accent2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EF1C86-6A9C-D287-D381-5634A69BF1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435394" y="6356350"/>
            <a:ext cx="2743200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1B8477-3F24-EDCB-C8AC-8433636391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38999" y="6356350"/>
            <a:ext cx="4114800" cy="365125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9713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17" r:id="rId2"/>
    <p:sldLayoutId id="2147483728" r:id="rId3"/>
    <p:sldLayoutId id="2147483729" r:id="rId4"/>
    <p:sldLayoutId id="2147483710" r:id="rId5"/>
    <p:sldLayoutId id="2147483727" r:id="rId6"/>
    <p:sldLayoutId id="2147483701" r:id="rId7"/>
    <p:sldLayoutId id="2147483721" r:id="rId8"/>
    <p:sldLayoutId id="2147483720" r:id="rId9"/>
    <p:sldLayoutId id="2147483730" r:id="rId10"/>
    <p:sldLayoutId id="2147483722" r:id="rId11"/>
    <p:sldLayoutId id="2147483698" r:id="rId12"/>
    <p:sldLayoutId id="2147483732" r:id="rId13"/>
    <p:sldLayoutId id="2147483702" r:id="rId14"/>
    <p:sldLayoutId id="2147483703" r:id="rId15"/>
  </p:sldLayoutIdLst>
  <p:hf sldNum="0" hdr="0" ftr="0"/>
  <p:txStyles>
    <p:titleStyle>
      <a:lvl1pPr algn="l" defTabSz="914400" rtl="0" eaLnBrk="1" latinLnBrk="0" hangingPunct="1">
        <a:lnSpc>
          <a:spcPts val="4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9968B-2619-4F71-AB00-4C493E1208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latin typeface="Agency FB" panose="020B0503020202020204" pitchFamily="34" charset="0"/>
              </a:rPr>
              <a:t>Task 2 Installing Roles &amp; Features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00BCE7-DA8E-80EC-3BE9-14E8974F205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William Roberts</a:t>
            </a:r>
          </a:p>
          <a:p>
            <a:r>
              <a:rPr lang="en-US" dirty="0"/>
              <a:t>CIS216 Windows Server</a:t>
            </a:r>
          </a:p>
          <a:p>
            <a:r>
              <a:rPr lang="en-US" dirty="0"/>
              <a:t>Stephen Leggett</a:t>
            </a:r>
          </a:p>
          <a:p>
            <a:r>
              <a:rPr lang="en-US" dirty="0"/>
              <a:t>9/9/2025</a:t>
            </a:r>
          </a:p>
        </p:txBody>
      </p:sp>
    </p:spTree>
    <p:extLst>
      <p:ext uri="{BB962C8B-B14F-4D97-AF65-F5344CB8AC3E}">
        <p14:creationId xmlns:p14="http://schemas.microsoft.com/office/powerpoint/2010/main" val="29554030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243DF-1FE9-01BE-435F-1729F4AB3D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5572" y="685800"/>
            <a:ext cx="4754880" cy="5670550"/>
          </a:xfrm>
        </p:spPr>
        <p:txBody>
          <a:bodyPr anchor="ctr">
            <a:normAutofit/>
          </a:bodyPr>
          <a:lstStyle/>
          <a:p>
            <a:r>
              <a:rPr lang="en-US" dirty="0"/>
              <a:t>LON-DC1 has installed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AF7377-87AF-3A8C-539C-8A9651F5DA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796706" y="4400656"/>
            <a:ext cx="4663440" cy="1584918"/>
          </a:xfrm>
        </p:spPr>
        <p:txBody>
          <a:bodyPr anchor="t">
            <a:normAutofit/>
          </a:bodyPr>
          <a:lstStyle/>
          <a:p>
            <a:r>
              <a:rPr lang="en-US" dirty="0"/>
              <a:t>Active Directory Domain Services</a:t>
            </a:r>
          </a:p>
          <a:p>
            <a:r>
              <a:rPr lang="en-US" dirty="0"/>
              <a:t>DNS Server</a:t>
            </a:r>
          </a:p>
          <a:p>
            <a:endParaRPr lang="en-US" dirty="0"/>
          </a:p>
        </p:txBody>
      </p:sp>
      <p:pic>
        <p:nvPicPr>
          <p:cNvPr id="7" name="Content Placeholder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D9CFB06-94FA-040A-3E93-8CAE96284E4D}"/>
              </a:ext>
            </a:extLst>
          </p:cNvPr>
          <p:cNvPicPr>
            <a:picLocks noGrp="1" noChangeAspect="1"/>
          </p:cNvPicPr>
          <p:nvPr>
            <p:ph sz="quarter" idx="15"/>
          </p:nvPr>
        </p:nvPicPr>
        <p:blipFill>
          <a:blip r:embed="rId3"/>
          <a:stretch>
            <a:fillRect/>
          </a:stretch>
        </p:blipFill>
        <p:spPr>
          <a:xfrm>
            <a:off x="816520" y="2125765"/>
            <a:ext cx="5578050" cy="2963339"/>
          </a:xfrm>
        </p:spPr>
      </p:pic>
    </p:spTree>
    <p:extLst>
      <p:ext uri="{BB962C8B-B14F-4D97-AF65-F5344CB8AC3E}">
        <p14:creationId xmlns:p14="http://schemas.microsoft.com/office/powerpoint/2010/main" val="30378128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95A271-8875-6BCE-0A4A-542683BB39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159" y="3386775"/>
            <a:ext cx="8311102" cy="3080335"/>
          </a:xfrm>
        </p:spPr>
        <p:txBody>
          <a:bodyPr/>
          <a:lstStyle/>
          <a:p>
            <a:r>
              <a:rPr lang="en-US" dirty="0"/>
              <a:t>Root Domain</a:t>
            </a:r>
            <a:br>
              <a:rPr lang="en-US" dirty="0"/>
            </a:br>
            <a:r>
              <a:rPr lang="en-US" dirty="0"/>
              <a:t>              adatum.com</a:t>
            </a:r>
          </a:p>
        </p:txBody>
      </p:sp>
      <p:pic>
        <p:nvPicPr>
          <p:cNvPr id="7" name="Picture Placeholder 6" descr="A computer screen shot of a computer screen&#10;&#10;AI-generated content may be incorrect.">
            <a:extLst>
              <a:ext uri="{FF2B5EF4-FFF2-40B4-BE49-F238E27FC236}">
                <a16:creationId xmlns:a16="http://schemas.microsoft.com/office/drawing/2014/main" id="{5B9318C0-5CD9-9A1B-ABF8-AA03EA4C1E0F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23449" r="23449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9412357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768171-F501-5EC9-8849-5D0FE73AE0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30401" y="5523579"/>
            <a:ext cx="6467120" cy="1128430"/>
          </a:xfrm>
        </p:spPr>
        <p:txBody>
          <a:bodyPr/>
          <a:lstStyle/>
          <a:p>
            <a:r>
              <a:rPr lang="en-US" dirty="0"/>
              <a:t>Dynamic Update</a:t>
            </a:r>
          </a:p>
        </p:txBody>
      </p:sp>
      <p:pic>
        <p:nvPicPr>
          <p:cNvPr id="6" name="Picture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6E31461-A445-04F9-782A-96C5902D1395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23437" r="23437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9627539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7AF0A-BD9F-DF4F-6EF5-5D929E7D52E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Add new Zone</a:t>
            </a:r>
          </a:p>
        </p:txBody>
      </p:sp>
      <p:pic>
        <p:nvPicPr>
          <p:cNvPr id="5" name="Picture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68A7C85-447D-BDAF-791E-ADE3C854737D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23449" r="23449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41729916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1DBBA7-D789-4452-2554-AC27A89F19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159" y="3386775"/>
            <a:ext cx="8311102" cy="3080335"/>
          </a:xfrm>
        </p:spPr>
        <p:txBody>
          <a:bodyPr anchor="t">
            <a:normAutofit/>
          </a:bodyPr>
          <a:lstStyle/>
          <a:p>
            <a:r>
              <a:rPr lang="en-US" dirty="0"/>
              <a:t>SVR4 Web Server (IIS)</a:t>
            </a:r>
          </a:p>
        </p:txBody>
      </p:sp>
      <p:pic>
        <p:nvPicPr>
          <p:cNvPr id="5" name="Picture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8A2F6A7-9B4B-68C7-2F7B-D2752B1F50C0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4639" r="21859" b="-3"/>
          <a:stretch>
            <a:fillRect/>
          </a:stretch>
        </p:blipFill>
        <p:spPr>
          <a:xfrm>
            <a:off x="8197587" y="411831"/>
            <a:ext cx="3521337" cy="3521344"/>
          </a:xfrm>
          <a:noFill/>
        </p:spPr>
      </p:pic>
    </p:spTree>
    <p:extLst>
      <p:ext uri="{BB962C8B-B14F-4D97-AF65-F5344CB8AC3E}">
        <p14:creationId xmlns:p14="http://schemas.microsoft.com/office/powerpoint/2010/main" val="27007725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F64C0E11-7DE4-D558-C3EF-9B3C7A9BF1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6270" y="2313332"/>
            <a:ext cx="4663438" cy="2441448"/>
          </a:xfrm>
        </p:spPr>
        <p:txBody>
          <a:bodyPr anchor="ctr">
            <a:normAutofit/>
          </a:bodyPr>
          <a:lstStyle/>
          <a:p>
            <a:r>
              <a:rPr lang="en-US" dirty="0"/>
              <a:t>LON-SVR4 BitLocker</a:t>
            </a:r>
          </a:p>
        </p:txBody>
      </p:sp>
      <p:pic>
        <p:nvPicPr>
          <p:cNvPr id="8" name="Content Placeholder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5EB8086-9911-0A59-8FAF-B4E99DA9E53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tretch/>
        </p:blipFill>
        <p:spPr>
          <a:xfrm>
            <a:off x="874776" y="1863265"/>
            <a:ext cx="5221224" cy="3341582"/>
          </a:xfrm>
          <a:noFill/>
        </p:spPr>
      </p:pic>
    </p:spTree>
    <p:extLst>
      <p:ext uri="{BB962C8B-B14F-4D97-AF65-F5344CB8AC3E}">
        <p14:creationId xmlns:p14="http://schemas.microsoft.com/office/powerpoint/2010/main" val="14502874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8FDAA-00CD-846E-A576-B59DFA73F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640080"/>
            <a:ext cx="10087699" cy="1280160"/>
          </a:xfrm>
        </p:spPr>
        <p:txBody>
          <a:bodyPr anchor="b">
            <a:normAutofit/>
          </a:bodyPr>
          <a:lstStyle/>
          <a:p>
            <a:r>
              <a:rPr lang="en-US" dirty="0"/>
              <a:t>Register a new server</a:t>
            </a:r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6AC7791-D897-D44B-1176-01EB7127A6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405152" y="2103119"/>
            <a:ext cx="7837715" cy="4114800"/>
          </a:xfrm>
          <a:noFill/>
        </p:spPr>
      </p:pic>
    </p:spTree>
    <p:extLst>
      <p:ext uri="{BB962C8B-B14F-4D97-AF65-F5344CB8AC3E}">
        <p14:creationId xmlns:p14="http://schemas.microsoft.com/office/powerpoint/2010/main" val="21028164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E24D3-07BE-C483-3F42-95EEE83332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Explore Server Overview </a:t>
            </a:r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0C99AEB-3703-E4B2-3735-FA97ABC2415D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3"/>
          <a:stretch>
            <a:fillRect/>
          </a:stretch>
        </p:blipFill>
        <p:spPr>
          <a:xfrm>
            <a:off x="1318564" y="1646238"/>
            <a:ext cx="4495509" cy="3565525"/>
          </a:xfrm>
        </p:spPr>
      </p:pic>
    </p:spTree>
    <p:extLst>
      <p:ext uri="{BB962C8B-B14F-4D97-AF65-F5344CB8AC3E}">
        <p14:creationId xmlns:p14="http://schemas.microsoft.com/office/powerpoint/2010/main" val="7196648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247ABD4-990A-BAC8-69FC-AF4C84F3AD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1363579"/>
            <a:ext cx="4900862" cy="3286145"/>
          </a:xfrm>
        </p:spPr>
        <p:txBody>
          <a:bodyPr/>
          <a:lstStyle/>
          <a:p>
            <a:r>
              <a:rPr lang="en-US" dirty="0"/>
              <a:t>Check for and install available Windows updates </a:t>
            </a:r>
          </a:p>
        </p:txBody>
      </p:sp>
      <p:pic>
        <p:nvPicPr>
          <p:cNvPr id="4" name="Picture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56D98B6-529D-30F6-12C6-E6642F9CA5D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16946" r="16946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6381115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7B8245B-90F5-42D5-BB2F-B23140DB20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59" y="4970638"/>
            <a:ext cx="9144000" cy="1280160"/>
          </a:xfrm>
        </p:spPr>
        <p:txBody>
          <a:bodyPr anchor="b">
            <a:normAutofit/>
          </a:bodyPr>
          <a:lstStyle/>
          <a:p>
            <a:r>
              <a:rPr lang="en-US" dirty="0"/>
              <a:t>Monitor and Manage Services </a:t>
            </a:r>
            <a:br>
              <a:rPr lang="en-US" dirty="0"/>
            </a:br>
            <a:endParaRPr lang="en-US" dirty="0"/>
          </a:p>
        </p:txBody>
      </p:sp>
      <p:pic>
        <p:nvPicPr>
          <p:cNvPr id="3" name="Content Placeholder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DAD3822-5DCB-6A8C-A866-EFDA914B227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1279525" y="738641"/>
            <a:ext cx="4938713" cy="3917043"/>
          </a:xfrm>
        </p:spPr>
      </p:pic>
      <p:pic>
        <p:nvPicPr>
          <p:cNvPr id="6" name="Content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04242CD-D549-92AA-3A53-1A25A2762DD8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4"/>
          <a:stretch>
            <a:fillRect/>
          </a:stretch>
        </p:blipFill>
        <p:spPr>
          <a:xfrm>
            <a:off x="6704013" y="738641"/>
            <a:ext cx="4938712" cy="3917042"/>
          </a:xfrm>
        </p:spPr>
      </p:pic>
    </p:spTree>
    <p:extLst>
      <p:ext uri="{BB962C8B-B14F-4D97-AF65-F5344CB8AC3E}">
        <p14:creationId xmlns:p14="http://schemas.microsoft.com/office/powerpoint/2010/main" val="2520582305"/>
      </p:ext>
    </p:extLst>
  </p:cSld>
  <p:clrMapOvr>
    <a:masterClrMapping/>
  </p:clrMapOvr>
</p:sld>
</file>

<file path=ppt/theme/theme1.xml><?xml version="1.0" encoding="utf-8"?>
<a:theme xmlns:a="http://schemas.openxmlformats.org/drawingml/2006/main" name="GradientVTI">
  <a:themeElements>
    <a:clrScheme name="Gradient">
      <a:dk1>
        <a:sysClr val="windowText" lastClr="000000"/>
      </a:dk1>
      <a:lt1>
        <a:sysClr val="window" lastClr="FFFFFF"/>
      </a:lt1>
      <a:dk2>
        <a:srgbClr val="10013F"/>
      </a:dk2>
      <a:lt2>
        <a:srgbClr val="F2F0FF"/>
      </a:lt2>
      <a:accent1>
        <a:srgbClr val="814DFF"/>
      </a:accent1>
      <a:accent2>
        <a:srgbClr val="243FFF"/>
      </a:accent2>
      <a:accent3>
        <a:srgbClr val="FF83B6"/>
      </a:accent3>
      <a:accent4>
        <a:srgbClr val="FF9022"/>
      </a:accent4>
      <a:accent5>
        <a:srgbClr val="FF1F85"/>
      </a:accent5>
      <a:accent6>
        <a:srgbClr val="1A98FF"/>
      </a:accent6>
      <a:hlink>
        <a:srgbClr val="0563C1"/>
      </a:hlink>
      <a:folHlink>
        <a:srgbClr val="954F72"/>
      </a:folHlink>
    </a:clrScheme>
    <a:fontScheme name="Univers">
      <a:majorFont>
        <a:latin typeface="Univers"/>
        <a:ea typeface=""/>
        <a:cs typeface=""/>
      </a:majorFont>
      <a:minorFont>
        <a:latin typeface="Univer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axy presentation_Win32_SL_V16" id="{36B34AD0-AFC2-468E-8620-6CFD159B149F}" vid="{ACCF8893-1A0E-437D-A612-1659D305EA1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0E87F72-70BF-43BC-A0D4-53665DC1267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FABD9919-8F5A-4B99-83E1-E90FE1DCF2E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2D646E0-DCC8-4209-B539-AA58186B682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{58F56DBA-F0C1-477A-9DC1-52BCD2DF4DD5}TF54b766f8-63ee-43b7-9d15-113a5f305028ef21f1e0_win32-c09799a851b0</Template>
  <TotalTime>19417</TotalTime>
  <Words>71</Words>
  <Application>Microsoft Office PowerPoint</Application>
  <PresentationFormat>Widescreen</PresentationFormat>
  <Paragraphs>26</Paragraphs>
  <Slides>11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Agency FB</vt:lpstr>
      <vt:lpstr>Arial</vt:lpstr>
      <vt:lpstr>Calibri</vt:lpstr>
      <vt:lpstr>Univers</vt:lpstr>
      <vt:lpstr>GradientVTI</vt:lpstr>
      <vt:lpstr>Task 2 Installing Roles &amp; Features</vt:lpstr>
      <vt:lpstr>LON-DC1 has installed</vt:lpstr>
      <vt:lpstr>Root Domain               adatum.com</vt:lpstr>
      <vt:lpstr>Dynamic Update</vt:lpstr>
      <vt:lpstr>Add new Zone</vt:lpstr>
      <vt:lpstr>SVR4 Web Server (IIS)</vt:lpstr>
      <vt:lpstr>LON-SVR4 BitLocker</vt:lpstr>
      <vt:lpstr>Register a new server</vt:lpstr>
      <vt:lpstr>Explore Server Overview </vt:lpstr>
      <vt:lpstr>Check for and install available Windows updates </vt:lpstr>
      <vt:lpstr>Monitor and Manage Services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Roberts, William R.</dc:creator>
  <cp:lastModifiedBy>Roberts, William R.</cp:lastModifiedBy>
  <cp:revision>7</cp:revision>
  <dcterms:created xsi:type="dcterms:W3CDTF">2025-09-09T21:37:56Z</dcterms:created>
  <dcterms:modified xsi:type="dcterms:W3CDTF">2025-10-01T22:42:46Z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