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1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341EE12-F28E-4B03-A404-A8FCAE0F6316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9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17A73C3-B243-44D3-809D-EF8FDFBD85D4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5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6D3E3-28E2-4380-A113-67698215C5F8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FCB61-04AD-47C9-BF79-2BD8B9CEC07A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9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767E-8A14-4E70-91B9-2101CBC4D7BD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61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0C4B-5A4A-45CA-ABEC-10F107160D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05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841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168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60719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515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1309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4618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9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6ADDCAE-6443-42C3-9C19-F95985500186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7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9806E-8E94-473C-AEE7-BE6F15F8553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6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5B92-78E8-778F-6A6D-02B10780A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0233" y="2579129"/>
            <a:ext cx="4709550" cy="3433149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Wiliam Roberts</a:t>
            </a:r>
            <a:br>
              <a:rPr lang="en-US" sz="3600" dirty="0"/>
            </a:br>
            <a:r>
              <a:rPr lang="en-US" sz="3600" dirty="0"/>
              <a:t>CIS126</a:t>
            </a:r>
            <a:br>
              <a:rPr lang="en-US" sz="3600" dirty="0"/>
            </a:br>
            <a:r>
              <a:rPr lang="en-US" sz="3600" dirty="0"/>
              <a:t>Prof. Stephen Leggett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CB458-D17A-0451-E223-A11F8DA25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4796" y="293427"/>
            <a:ext cx="4452371" cy="1392072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>
                <a:solidFill>
                  <a:srgbClr val="E815B0"/>
                </a:solidFill>
              </a:rPr>
              <a:t>Task 6	</a:t>
            </a:r>
          </a:p>
        </p:txBody>
      </p: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FB6A1251-76EF-F10E-F785-D7EB661F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37" r="17007"/>
          <a:stretch>
            <a:fillRect/>
          </a:stretch>
        </p:blipFill>
        <p:spPr>
          <a:xfrm>
            <a:off x="20" y="-1"/>
            <a:ext cx="609597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28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700114-6676-31B1-D887-2994016C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9340" y="673240"/>
            <a:ext cx="3148461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400"/>
              <a:t>Install &amp; Configure </a:t>
            </a:r>
            <a:br>
              <a:rPr lang="en-US" sz="3400"/>
            </a:br>
            <a:r>
              <a:rPr lang="en-US" sz="3400"/>
              <a:t>Windows Deployment Services on Lon-SVR4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8A0554-081B-4FCD-B8AC-1F826E38F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6FFEE2-58A0-44A3-9892-24602A688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612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CA411D-D82A-4BF1-878C-4C25F8C77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097" y="488844"/>
            <a:ext cx="3731895" cy="352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E53953-35AE-A9C6-9451-8093DAD6F7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2" r="-3" b="16870"/>
          <a:stretch>
            <a:fillRect/>
          </a:stretch>
        </p:blipFill>
        <p:spPr>
          <a:xfrm>
            <a:off x="618964" y="1298270"/>
            <a:ext cx="3404405" cy="1905846"/>
          </a:xfrm>
          <a:prstGeom prst="rect">
            <a:avLst/>
          </a:prstGeom>
        </p:spPr>
      </p:pic>
      <p:sp>
        <p:nvSpPr>
          <p:cNvPr id="31" name="Round Single Corner Rectangle 15">
            <a:extLst>
              <a:ext uri="{FF2B5EF4-FFF2-40B4-BE49-F238E27FC236}">
                <a16:creationId xmlns:a16="http://schemas.microsoft.com/office/drawing/2014/main" id="{C9BB7D94-2C4A-4F0F-8933-E3276A89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38650" y="604977"/>
            <a:ext cx="1998359" cy="2223847"/>
          </a:xfrm>
          <a:prstGeom prst="round1Rect">
            <a:avLst>
              <a:gd name="adj" fmla="val 11295"/>
            </a:avLst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 Single Corner Rectangle 14">
            <a:extLst>
              <a:ext uri="{FF2B5EF4-FFF2-40B4-BE49-F238E27FC236}">
                <a16:creationId xmlns:a16="http://schemas.microsoft.com/office/drawing/2014/main" id="{2C166329-A912-4CA1-A632-89563D660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769673" y="4118455"/>
            <a:ext cx="2417253" cy="1840846"/>
          </a:xfrm>
          <a:prstGeom prst="round1Rect">
            <a:avLst>
              <a:gd name="adj" fmla="val 11295"/>
            </a:avLst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B54679-12EF-4E3F-B1F8-3750B8BD1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7795" y="2989690"/>
            <a:ext cx="3023953" cy="33889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CFFFFB-6681-807D-EB6E-3017F1568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1" r="-3" b="19141"/>
          <a:stretch>
            <a:fillRect/>
          </a:stretch>
        </p:blipFill>
        <p:spPr>
          <a:xfrm>
            <a:off x="4505970" y="3927025"/>
            <a:ext cx="2704909" cy="151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92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BB96-319B-3F99-438B-78D08ACE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drive with ISO image </a:t>
            </a:r>
            <a:r>
              <a:rPr lang="en-US" sz="1200" dirty="0"/>
              <a:t>LON-SRV4</a:t>
            </a:r>
            <a:endParaRPr lang="en-US" dirty="0"/>
          </a:p>
        </p:txBody>
      </p:sp>
      <p:pic>
        <p:nvPicPr>
          <p:cNvPr id="5" name="Content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DC99ED05-D319-7828-DD68-C43048677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99" y="2193925"/>
            <a:ext cx="6564801" cy="4024313"/>
          </a:xfrm>
        </p:spPr>
      </p:pic>
    </p:spTree>
    <p:extLst>
      <p:ext uri="{BB962C8B-B14F-4D97-AF65-F5344CB8AC3E}">
        <p14:creationId xmlns:p14="http://schemas.microsoft.com/office/powerpoint/2010/main" val="255214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7B19-3E9A-2D21-3D18-7AB58B96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ISO file to c drive </a:t>
            </a:r>
            <a:r>
              <a:rPr lang="en-US" sz="1200" dirty="0"/>
              <a:t>LON-SRV4</a:t>
            </a:r>
            <a:endParaRPr lang="en-US" dirty="0"/>
          </a:p>
        </p:txBody>
      </p:sp>
      <p:pic>
        <p:nvPicPr>
          <p:cNvPr id="9" name="Content Placeholder 8" descr="A computer screen with a message&#10;&#10;AI-generated content may be incorrect.">
            <a:extLst>
              <a:ext uri="{FF2B5EF4-FFF2-40B4-BE49-F238E27FC236}">
                <a16:creationId xmlns:a16="http://schemas.microsoft.com/office/drawing/2014/main" id="{3E48563C-F742-ECA9-0D0D-C6C4F00845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1" y="2193925"/>
            <a:ext cx="7665358" cy="4024313"/>
          </a:xfrm>
        </p:spPr>
      </p:pic>
    </p:spTree>
    <p:extLst>
      <p:ext uri="{BB962C8B-B14F-4D97-AF65-F5344CB8AC3E}">
        <p14:creationId xmlns:p14="http://schemas.microsoft.com/office/powerpoint/2010/main" val="102345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E509-3618-FCBE-C701-AEE638F2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Add boot and install image </a:t>
            </a:r>
            <a:br>
              <a:rPr lang="en-US" dirty="0"/>
            </a:br>
            <a:r>
              <a:rPr lang="en-US" sz="1200" dirty="0"/>
              <a:t>LON-SRV4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0C6B34-D79E-6B99-04E8-B8ABFDBCE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5399"/>
            <a:ext cx="5816600" cy="3053714"/>
          </a:xfr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89A8B6-F0A2-F133-7230-4A3682BBE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171" y="3123316"/>
            <a:ext cx="4521200" cy="23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60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F292-4F52-1763-EB2B-D9300297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Windows ADK </a:t>
            </a:r>
            <a:br>
              <a:rPr lang="en-US" sz="1200" dirty="0"/>
            </a:br>
            <a:r>
              <a:rPr lang="en-US" sz="1200" dirty="0"/>
              <a:t>LON-SRV3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BF55C0-66FC-3757-31FB-D02BAFB4C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1" y="2193925"/>
            <a:ext cx="7665358" cy="4024313"/>
          </a:xfrm>
        </p:spPr>
      </p:pic>
    </p:spTree>
    <p:extLst>
      <p:ext uri="{BB962C8B-B14F-4D97-AF65-F5344CB8AC3E}">
        <p14:creationId xmlns:p14="http://schemas.microsoft.com/office/powerpoint/2010/main" val="2796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71B5-D72F-5A99-9B70-486E9A70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XML block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0CFE4E-0CEB-ED2D-3CF3-E9D4ED297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1" y="2335440"/>
            <a:ext cx="7665358" cy="4024313"/>
          </a:xfrm>
        </p:spPr>
      </p:pic>
    </p:spTree>
    <p:extLst>
      <p:ext uri="{BB962C8B-B14F-4D97-AF65-F5344CB8AC3E}">
        <p14:creationId xmlns:p14="http://schemas.microsoft.com/office/powerpoint/2010/main" val="136021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C3BBC63-DC19-41B8-AB81-E30CC21AE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87CAEF2-F22C-4F37-B4E4-C70558C0B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D8D189-F607-0FE2-D414-F54EA3110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6277" y="673240"/>
            <a:ext cx="303152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 dirty="0"/>
              <a:t>Verify time zone and password </a:t>
            </a:r>
            <a:br>
              <a:rPr lang="en-US" sz="3700" dirty="0"/>
            </a:br>
            <a:r>
              <a:rPr lang="en-US" sz="1200" dirty="0"/>
              <a:t>LON-SVR3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F2D01C-5CF9-4B15-A892-30697AEC3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7058AA-32F4-4742-B1B0-88DB2168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612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81CAB2-1518-6238-0374-AB093415E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7" r="24653" b="2"/>
          <a:stretch>
            <a:fillRect/>
          </a:stretch>
        </p:blipFill>
        <p:spPr>
          <a:xfrm>
            <a:off x="471999" y="488844"/>
            <a:ext cx="3763204" cy="3526040"/>
          </a:xfrm>
          <a:prstGeom prst="rect">
            <a:avLst/>
          </a:prstGeom>
        </p:spPr>
      </p:pic>
      <p:sp>
        <p:nvSpPr>
          <p:cNvPr id="31" name="Round Single Corner Rectangle 17">
            <a:extLst>
              <a:ext uri="{FF2B5EF4-FFF2-40B4-BE49-F238E27FC236}">
                <a16:creationId xmlns:a16="http://schemas.microsoft.com/office/drawing/2014/main" id="{7DC42F66-81D5-4D45-9058-31DB09162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1832" y="488845"/>
            <a:ext cx="1948749" cy="2008888"/>
          </a:xfrm>
          <a:prstGeom prst="round1Rect">
            <a:avLst>
              <a:gd name="adj" fmla="val 11295"/>
            </a:avLst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 Single Corner Rectangle 16">
            <a:extLst>
              <a:ext uri="{FF2B5EF4-FFF2-40B4-BE49-F238E27FC236}">
                <a16:creationId xmlns:a16="http://schemas.microsoft.com/office/drawing/2014/main" id="{24021E8D-5E17-4D2F-8DD8-CB5950195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17950" y="4158358"/>
            <a:ext cx="2417253" cy="1840846"/>
          </a:xfrm>
          <a:prstGeom prst="round1Rect">
            <a:avLst>
              <a:gd name="adj" fmla="val 11295"/>
            </a:avLst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B4ECE9-1A93-13A4-7DD2-32FF08260D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45" r="32840" b="-3"/>
          <a:stretch>
            <a:fillRect/>
          </a:stretch>
        </p:blipFill>
        <p:spPr>
          <a:xfrm>
            <a:off x="4401832" y="2669286"/>
            <a:ext cx="3060318" cy="370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9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305</TotalTime>
  <Words>56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Wiliam Roberts CIS126 Prof. Stephen Leggett</vt:lpstr>
      <vt:lpstr>Install &amp; Configure  Windows Deployment Services on Lon-SVR4</vt:lpstr>
      <vt:lpstr>Add drive with ISO image LON-SRV4</vt:lpstr>
      <vt:lpstr>Copy ISO file to c drive LON-SRV4</vt:lpstr>
      <vt:lpstr>Add boot and install image  LON-SRV4</vt:lpstr>
      <vt:lpstr>Install Windows ADK  LON-SRV3</vt:lpstr>
      <vt:lpstr>Add XML block</vt:lpstr>
      <vt:lpstr>Verify time zone and password  LON-SVR3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3</cp:revision>
  <dcterms:created xsi:type="dcterms:W3CDTF">2025-10-28T17:55:12Z</dcterms:created>
  <dcterms:modified xsi:type="dcterms:W3CDTF">2025-10-30T13:30:23Z</dcterms:modified>
</cp:coreProperties>
</file>