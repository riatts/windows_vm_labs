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21" r:id="rId6"/>
    <p:sldId id="320" r:id="rId7"/>
    <p:sldId id="319" r:id="rId8"/>
    <p:sldId id="318" r:id="rId9"/>
    <p:sldId id="316" r:id="rId10"/>
    <p:sldId id="3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Task 12</a:t>
            </a:r>
            <a:br>
              <a:rPr lang="en-US" dirty="0"/>
            </a:br>
            <a:r>
              <a:rPr lang="en-US" sz="5400" dirty="0"/>
              <a:t>William Roberts</a:t>
            </a:r>
            <a:br>
              <a:rPr lang="en-US" dirty="0"/>
            </a:br>
            <a:r>
              <a:rPr lang="en-US" dirty="0"/>
              <a:t>CIS216</a:t>
            </a:r>
            <a:br>
              <a:rPr lang="en-US" dirty="0"/>
            </a:br>
            <a:r>
              <a:rPr lang="en-US" sz="4000" dirty="0"/>
              <a:t>Prof. Stephen Leggett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1278294"/>
            <a:ext cx="5000318" cy="1508449"/>
          </a:xfrm>
        </p:spPr>
        <p:txBody>
          <a:bodyPr anchor="t">
            <a:normAutofit/>
          </a:bodyPr>
          <a:lstStyle/>
          <a:p>
            <a:pPr algn="ctr"/>
            <a:r>
              <a:rPr lang="en-US" b="1" dirty="0"/>
              <a:t>Creating a Virtual </a:t>
            </a:r>
            <a:br>
              <a:rPr lang="en-US" b="1" dirty="0"/>
            </a:br>
            <a:r>
              <a:rPr lang="en-US" b="1" dirty="0"/>
              <a:t>Hard Disk</a:t>
            </a:r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29B60C-5A8E-DCC2-443D-D1E01EDD5B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6354" r="34642" b="-1"/>
          <a:stretch>
            <a:fillRect/>
          </a:stretch>
        </p:blipFill>
        <p:spPr>
          <a:xfrm>
            <a:off x="6642169" y="-1"/>
            <a:ext cx="4635426" cy="6857999"/>
          </a:xfr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A8E64-A5EC-0B50-A622-50C27117C1D4}"/>
              </a:ext>
            </a:extLst>
          </p:cNvPr>
          <p:cNvSpPr txBox="1"/>
          <p:nvPr/>
        </p:nvSpPr>
        <p:spPr>
          <a:xfrm>
            <a:off x="1872343" y="3058886"/>
            <a:ext cx="3677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I opened the Hyper-V application on my desktop and followed the steps to creating a fixed 20GB hard drive name Fix1</a:t>
            </a:r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/>
          <a:p>
            <a:r>
              <a:rPr lang="en-US" b="1" dirty="0"/>
              <a:t>Editing a Virtual</a:t>
            </a:r>
            <a:br>
              <a:rPr lang="en-US" b="1" dirty="0"/>
            </a:br>
            <a:r>
              <a:rPr lang="en-US" b="1" dirty="0"/>
              <a:t> Hard Disk File</a:t>
            </a:r>
            <a:endParaRPr lang="en-US" dirty="0"/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DC65D-2A03-AA3E-3298-4700CAC0E7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5662" b="37399"/>
          <a:stretch>
            <a:fillRect/>
          </a:stretch>
        </p:blipFill>
        <p:spPr>
          <a:xfrm>
            <a:off x="915600" y="10"/>
            <a:ext cx="10361995" cy="3428990"/>
          </a:xfr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F22885F-58EF-E12F-3FD0-731393E4F8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368256"/>
          </a:xfrm>
        </p:spPr>
        <p:txBody>
          <a:bodyPr/>
          <a:lstStyle/>
          <a:p>
            <a:r>
              <a:rPr lang="en-US" dirty="0"/>
              <a:t>Here I followed the steps in Hyper-V to change Fix1 hard drive from 20 to 25GB.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b="1" dirty="0"/>
              <a:t>Creating a VM with an Existing Virtual Hard Disk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2057401"/>
            <a:ext cx="3068678" cy="4119463"/>
          </a:xfrm>
        </p:spPr>
        <p:txBody>
          <a:bodyPr>
            <a:normAutofit/>
          </a:bodyPr>
          <a:lstStyle/>
          <a:p>
            <a:r>
              <a:rPr lang="en-US" dirty="0"/>
              <a:t>In this step I created a new VM name VM4 and attached the hard disk Fix1. 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D51451-81F0-5C40-6FBB-8A7D8453992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 r="2" b="2957"/>
          <a:stretch>
            <a:fillRect/>
          </a:stretch>
        </p:blipFill>
        <p:spPr>
          <a:xfrm>
            <a:off x="5191727" y="2057401"/>
            <a:ext cx="6085857" cy="4119463"/>
          </a:xfr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F492500-843F-5C3D-C5FD-896997C6EA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/>
          <a:p>
            <a:r>
              <a:rPr lang="en-US" b="1" dirty="0"/>
              <a:t>Creating and managing Virtual Switches</a:t>
            </a:r>
            <a:endParaRPr lang="en-US" dirty="0"/>
          </a:p>
        </p:txBody>
      </p:sp>
      <p:pic>
        <p:nvPicPr>
          <p:cNvPr id="18" name="Content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D4104C-56B2-FED8-60AE-44D996FD77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/>
        </p:blipFill>
        <p:spPr>
          <a:xfrm>
            <a:off x="1091852" y="110186"/>
            <a:ext cx="4697260" cy="3429000"/>
          </a:xfrm>
          <a:noFill/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1272B2-C4A2-2451-1F4C-586C66399D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368256"/>
          </a:xfrm>
        </p:spPr>
        <p:txBody>
          <a:bodyPr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Here the Privet and Internal Switches were created.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I then assigned the privet switch to the VM 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BE9D25-E90D-EF93-217A-AB6A81446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1061"/>
            <a:ext cx="5937250" cy="431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F368B07-2CA5-3947-97CC-A843A0B2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a Virtual Interface Card</a:t>
            </a:r>
            <a:br>
              <a:rPr lang="en-US" dirty="0"/>
            </a:br>
            <a:endParaRPr lang="en-US" dirty="0"/>
          </a:p>
        </p:txBody>
      </p:sp>
      <p:pic>
        <p:nvPicPr>
          <p:cNvPr id="21" name="Content Placeholder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D972BB-4DED-34A5-38CF-B9BD4F820B0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667500" y="2438316"/>
            <a:ext cx="4610100" cy="3357730"/>
          </a:xfr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FBDFC05-6AFB-315D-4587-434661DC037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 then added the privet switch to VM4</a:t>
            </a:r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443" y="1115054"/>
            <a:ext cx="4964671" cy="5253089"/>
          </a:xfrm>
        </p:spPr>
        <p:txBody>
          <a:bodyPr anchor="b"/>
          <a:lstStyle/>
          <a:p>
            <a:pPr algn="r"/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{7A35240E-CD27-4F06-93F0-119983FDFB45}TF3977e381-cba5-49b1-ba43-b5d865517af907ebbda9_win32-372d4d6ae720</Template>
  <TotalTime>12</TotalTime>
  <Words>135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Tisa Offc Serif Pro</vt:lpstr>
      <vt:lpstr>Univers Light</vt:lpstr>
      <vt:lpstr>Custom</vt:lpstr>
      <vt:lpstr>Task 12 William Roberts CIS216 Prof. Stephen Leggett</vt:lpstr>
      <vt:lpstr>Creating a Virtual  Hard Disk</vt:lpstr>
      <vt:lpstr>Editing a Virtual  Hard Disk File</vt:lpstr>
      <vt:lpstr>Creating a VM with an Existing Virtual Hard Disk</vt:lpstr>
      <vt:lpstr>Creating and managing Virtual Switches</vt:lpstr>
      <vt:lpstr>Adding a Virtual Interface Card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1</cp:revision>
  <dcterms:created xsi:type="dcterms:W3CDTF">2025-11-29T19:00:10Z</dcterms:created>
  <dcterms:modified xsi:type="dcterms:W3CDTF">2025-11-29T19:13:04Z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