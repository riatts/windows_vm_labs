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10"/>
  </p:notesMasterIdLst>
  <p:handoutMasterIdLst>
    <p:handoutMasterId r:id="rId11"/>
  </p:handoutMasterIdLst>
  <p:sldIdLst>
    <p:sldId id="278" r:id="rId5"/>
    <p:sldId id="282" r:id="rId6"/>
    <p:sldId id="271" r:id="rId7"/>
    <p:sldId id="283" r:id="rId8"/>
    <p:sldId id="28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62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2346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565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8935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8586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41337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6743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823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673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3056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9306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11926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reeform: Shape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reeform: Shape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07653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anchor="ctr">
            <a:no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2996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anchor="b">
            <a:no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7428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reeform: Shape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reeform: Shape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63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0587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ctr">
            <a:noAutofit/>
          </a:bodyPr>
          <a:lstStyle/>
          <a:p>
            <a:r>
              <a:rPr lang="en-US" dirty="0"/>
              <a:t>William Roberts</a:t>
            </a:r>
            <a:br>
              <a:rPr lang="en-US" dirty="0"/>
            </a:br>
            <a:r>
              <a:rPr lang="en-US" dirty="0"/>
              <a:t>Task 9 </a:t>
            </a:r>
            <a:br>
              <a:rPr lang="en-US" dirty="0"/>
            </a:br>
            <a:r>
              <a:rPr lang="en-US" sz="4000" dirty="0"/>
              <a:t>Prof. Stephen Legget</a:t>
            </a:r>
            <a:endParaRPr lang="en-US" dirty="0"/>
          </a:p>
        </p:txBody>
      </p:sp>
      <p:pic>
        <p:nvPicPr>
          <p:cNvPr id="8" name="Picture Placeholder 13" descr="Data points digital background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/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C5E815-A06B-9C92-BF12-073622378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new Forward Lookup Zone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00D7B2-17AB-4807-E088-916DDEAD205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DNS expand to be able to see Forward Lookup Zone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new zone named adatum.com and allow both nonsecure and secure dynamic updates.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548CA1-613E-F675-01DB-A2A9B81222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285" y="3345126"/>
            <a:ext cx="5769429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051F064-4BDA-019A-AAA7-411B51711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549275"/>
            <a:ext cx="5437186" cy="2663806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6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Create DNS Subdomains</a:t>
            </a:r>
          </a:p>
        </p:txBody>
      </p:sp>
      <p:pic>
        <p:nvPicPr>
          <p:cNvPr id="11" name="Picture Placeholder 15" descr="Data points digital background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40" r="24539" b="-1"/>
          <a:stretch>
            <a:fillRect/>
          </a:stretch>
        </p:blipFill>
        <p:spPr>
          <a:xfrm>
            <a:off x="6557146" y="1"/>
            <a:ext cx="5632453" cy="3428999"/>
          </a:xfrm>
          <a:custGeom>
            <a:avLst/>
            <a:gdLst/>
            <a:ahLst/>
            <a:cxnLst/>
            <a:rect l="l" t="t" r="r" b="b"/>
            <a:pathLst>
              <a:path w="5632453" h="3428999">
                <a:moveTo>
                  <a:pt x="0" y="0"/>
                </a:moveTo>
                <a:lnTo>
                  <a:pt x="5632453" y="0"/>
                </a:lnTo>
                <a:lnTo>
                  <a:pt x="5632453" y="3428999"/>
                </a:lnTo>
                <a:lnTo>
                  <a:pt x="0" y="3428999"/>
                </a:lnTo>
                <a:close/>
              </a:path>
            </a:pathLst>
          </a:cu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732A99-478D-4C7D-D9AD-86F5FA5C57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2" r="7154" b="3"/>
          <a:stretch>
            <a:fillRect/>
          </a:stretch>
        </p:blipFill>
        <p:spPr>
          <a:xfrm>
            <a:off x="6557147" y="3429002"/>
            <a:ext cx="5632453" cy="3428999"/>
          </a:xfrm>
          <a:custGeom>
            <a:avLst/>
            <a:gdLst/>
            <a:ahLst/>
            <a:cxnLst/>
            <a:rect l="l" t="t" r="r" b="b"/>
            <a:pathLst>
              <a:path w="5632453" h="3428999">
                <a:moveTo>
                  <a:pt x="0" y="0"/>
                </a:moveTo>
                <a:lnTo>
                  <a:pt x="5632453" y="0"/>
                </a:lnTo>
                <a:lnTo>
                  <a:pt x="5632453" y="3428999"/>
                </a:lnTo>
                <a:lnTo>
                  <a:pt x="0" y="3428999"/>
                </a:lnTo>
                <a:close/>
              </a:path>
            </a:pathLst>
          </a:cu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16EB032-3F37-4641-A90D-DC9B574EB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AF81FA-0E59-F9D8-9969-EA57C8E759B6}"/>
              </a:ext>
            </a:extLst>
          </p:cNvPr>
          <p:cNvSpPr txBox="1"/>
          <p:nvPr/>
        </p:nvSpPr>
        <p:spPr>
          <a:xfrm>
            <a:off x="550863" y="3409936"/>
            <a:ext cx="5437187" cy="2682889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marL="285750" indent="-22860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60000"/>
                  </a:schemeClr>
                </a:solidFill>
              </a:rPr>
              <a:t>Create interal domains </a:t>
            </a:r>
          </a:p>
          <a:p>
            <a:pPr marL="285750" indent="-22860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60000"/>
                  </a:schemeClr>
                </a:solidFill>
              </a:rPr>
              <a:t>HR</a:t>
            </a:r>
          </a:p>
          <a:p>
            <a:pPr marL="285750" indent="-22860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60000"/>
                  </a:schemeClr>
                </a:solidFill>
              </a:rPr>
              <a:t>Sales</a:t>
            </a:r>
          </a:p>
          <a:p>
            <a:pPr marL="285750" indent="-228600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60000"/>
                  </a:schemeClr>
                </a:solidFill>
              </a:rPr>
              <a:t>Production</a:t>
            </a:r>
          </a:p>
        </p:txBody>
      </p:sp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823E15-7409-4ABA-7293-932FD0D6E19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50" r="23750"/>
          <a:stretch>
            <a:fillRect/>
          </a:stretch>
        </p:blipFill>
        <p:spPr/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1AC4303-335E-7863-B7F1-C529C366D9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Create Resource Records 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0C0DDA11-B480-B69C-D508-95A0989F77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Crated new host A or AAA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Created alias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Created Mail Exchanger</a:t>
            </a:r>
          </a:p>
        </p:txBody>
      </p:sp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9785C9-ED65-41F1-B1F7-47A68D56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5437186" cy="2663806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sz="5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Create Resource Record using Powershell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8A3D06-97B5-2110-1149-33411E0AF8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3" r="3" b="3"/>
          <a:stretch>
            <a:fillRect/>
          </a:stretch>
        </p:blipFill>
        <p:spPr>
          <a:xfrm>
            <a:off x="6557146" y="1"/>
            <a:ext cx="5632453" cy="3428999"/>
          </a:xfrm>
          <a:custGeom>
            <a:avLst/>
            <a:gdLst/>
            <a:ahLst/>
            <a:cxnLst/>
            <a:rect l="l" t="t" r="r" b="b"/>
            <a:pathLst>
              <a:path w="5632453" h="3428999">
                <a:moveTo>
                  <a:pt x="0" y="0"/>
                </a:moveTo>
                <a:lnTo>
                  <a:pt x="5632453" y="0"/>
                </a:lnTo>
                <a:lnTo>
                  <a:pt x="5632453" y="3428999"/>
                </a:lnTo>
                <a:lnTo>
                  <a:pt x="0" y="3428999"/>
                </a:lnTo>
                <a:close/>
              </a:path>
            </a:pathLst>
          </a:cu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A90F99-8958-DE6F-19C6-313F711698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3" r="3" b="3"/>
          <a:stretch>
            <a:fillRect/>
          </a:stretch>
        </p:blipFill>
        <p:spPr>
          <a:xfrm>
            <a:off x="6557147" y="3429002"/>
            <a:ext cx="5632453" cy="3428999"/>
          </a:xfrm>
          <a:custGeom>
            <a:avLst/>
            <a:gdLst/>
            <a:ahLst/>
            <a:cxnLst/>
            <a:rect l="l" t="t" r="r" b="b"/>
            <a:pathLst>
              <a:path w="5632453" h="3428999">
                <a:moveTo>
                  <a:pt x="0" y="0"/>
                </a:moveTo>
                <a:lnTo>
                  <a:pt x="5632453" y="0"/>
                </a:lnTo>
                <a:lnTo>
                  <a:pt x="5632453" y="3428999"/>
                </a:lnTo>
                <a:lnTo>
                  <a:pt x="0" y="3428999"/>
                </a:lnTo>
                <a:close/>
              </a:path>
            </a:pathLst>
          </a:cu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16EB032-3F37-4641-A90D-DC9B574EB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8E6C5186-73F2-6EF9-0C9A-810FA107C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3409936"/>
            <a:ext cx="5437187" cy="2682889"/>
          </a:xfrm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1600" dirty="0">
                <a:solidFill>
                  <a:schemeClr val="tx1">
                    <a:alpha val="60000"/>
                  </a:schemeClr>
                </a:solidFill>
              </a:rPr>
              <a:t>Added two DNS Server Resource </a:t>
            </a:r>
          </a:p>
          <a:p>
            <a:pPr algn="ctr"/>
            <a:r>
              <a:rPr lang="en-US" sz="1600" dirty="0">
                <a:solidFill>
                  <a:schemeClr val="tx1">
                    <a:alpha val="60000"/>
                  </a:schemeClr>
                </a:solidFill>
              </a:rPr>
              <a:t>Viewed test DNS records</a:t>
            </a:r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{0CFAFCEB-D0CA-48B3-BD11-57C06EC889F0}TF7eddf224-c89c-478f-8f2f-bfb086892169e70e2347_win32-b3bdf7c6e0ee</Template>
  <TotalTime>133</TotalTime>
  <Words>85</Words>
  <Application>Microsoft Office PowerPoint</Application>
  <PresentationFormat>Widescreen</PresentationFormat>
  <Paragraphs>21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Gill Sans MT</vt:lpstr>
      <vt:lpstr>Walbaum Display</vt:lpstr>
      <vt:lpstr>3DFloatVTI</vt:lpstr>
      <vt:lpstr>William Roberts Task 9  Prof. Stephen Legget</vt:lpstr>
      <vt:lpstr>Add new Forward Lookup Zone </vt:lpstr>
      <vt:lpstr>Create DNS Subdomains</vt:lpstr>
      <vt:lpstr>Create Resource Records </vt:lpstr>
      <vt:lpstr>Create Resource Record using Powershell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Roberts, William R.</dc:creator>
  <cp:lastModifiedBy>Roberts, William R.</cp:lastModifiedBy>
  <cp:revision>2</cp:revision>
  <dcterms:created xsi:type="dcterms:W3CDTF">2025-11-21T01:34:05Z</dcterms:created>
  <dcterms:modified xsi:type="dcterms:W3CDTF">2025-11-21T03:47:19Z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