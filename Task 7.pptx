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3849" r:id="rId6"/>
    <p:sldId id="3846" r:id="rId7"/>
    <p:sldId id="261" r:id="rId8"/>
    <p:sldId id="3850" r:id="rId9"/>
    <p:sldId id="3851" r:id="rId10"/>
    <p:sldId id="265" r:id="rId11"/>
    <p:sldId id="263" r:id="rId12"/>
    <p:sldId id="268" r:id="rId13"/>
    <p:sldId id="3852" r:id="rId14"/>
    <p:sldId id="3853" r:id="rId15"/>
    <p:sldId id="3854" r:id="rId16"/>
    <p:sldId id="3855" r:id="rId17"/>
    <p:sldId id="3856" r:id="rId18"/>
    <p:sldId id="3857" r:id="rId19"/>
    <p:sldId id="3858" r:id="rId20"/>
    <p:sldId id="38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38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09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91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228600">
              <a:lnSpc>
                <a:spcPct val="90000"/>
              </a:lnSpc>
              <a:buClr>
                <a:schemeClr val="accent2"/>
              </a:buClr>
              <a:defRPr sz="2000"/>
            </a:lvl2pPr>
            <a:lvl3pPr marL="457200">
              <a:lnSpc>
                <a:spcPct val="90000"/>
              </a:lnSpc>
              <a:buClr>
                <a:schemeClr val="accent2"/>
              </a:buClr>
              <a:defRPr sz="1800"/>
            </a:lvl3pPr>
            <a:lvl4pPr marL="685800">
              <a:lnSpc>
                <a:spcPct val="90000"/>
              </a:lnSpc>
              <a:buClr>
                <a:schemeClr val="accent2"/>
              </a:buClr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474" y="2949739"/>
            <a:ext cx="6261291" cy="2396686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William Roberts</a:t>
            </a:r>
            <a:br>
              <a:rPr lang="en-US" dirty="0"/>
            </a:br>
            <a:r>
              <a:rPr lang="en-US" dirty="0"/>
              <a:t>Prof. Stephen Leggett</a:t>
            </a:r>
            <a:br>
              <a:rPr lang="en-US" dirty="0"/>
            </a:br>
            <a:r>
              <a:rPr lang="en-US" dirty="0"/>
              <a:t>Task7- LOR-DC1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>
            <a:noAutofit/>
          </a:bodyPr>
          <a:lstStyle/>
          <a:p>
            <a:r>
              <a:rPr lang="en-US" dirty="0"/>
              <a:t>Clone Base to TOR-DC1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E17E95-3461-0092-669F-8843940F4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313" y="1020731"/>
            <a:ext cx="5551487" cy="4837176"/>
          </a:xfrm>
        </p:spPr>
      </p:pic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951D60-4F2E-9EA0-034B-2DEA6255B88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3" r="6363"/>
          <a:stretch>
            <a:fillRect/>
          </a:stretch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EAB654E-63D9-D0B1-5406-DAF42960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800" dirty="0"/>
              <a:t>Setting up TOR-DC1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B46BAA-6E53-34E6-97FF-6C5AE888E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Instructions are for older version of the VM. Had to scroll down to advanced system setting to access this.  </a:t>
            </a:r>
          </a:p>
        </p:txBody>
      </p:sp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2056F5-181B-51ED-45FF-EDD3B900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 anchor="ctr">
            <a:normAutofit/>
          </a:bodyPr>
          <a:lstStyle/>
          <a:p>
            <a:r>
              <a:rPr lang="en-US" dirty="0"/>
              <a:t>Adding Active Directory Domain Services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272CE4-AA88-5257-ED67-DA4B64C5B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455" y="1397241"/>
            <a:ext cx="4619937" cy="4030894"/>
          </a:xfrm>
          <a:noFill/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Add New Forest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41941C-DD79-5289-0B1E-BEC368B55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446" y="1825625"/>
            <a:ext cx="4925707" cy="4297680"/>
          </a:xfrm>
          <a:prstGeom prst="rect">
            <a:avLst/>
          </a:prstGeom>
          <a:noFill/>
        </p:spPr>
      </p:pic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93DF03-8C2B-CD53-63F6-4710BE3F06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692" y="1690688"/>
            <a:ext cx="4600211" cy="4013426"/>
          </a:xfrm>
        </p:spPr>
      </p:pic>
    </p:spTree>
    <p:extLst>
      <p:ext uri="{BB962C8B-B14F-4D97-AF65-F5344CB8AC3E}">
        <p14:creationId xmlns:p14="http://schemas.microsoft.com/office/powerpoint/2010/main" val="363098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6D1ABE9-E6AC-7E6F-1D75-EA7FA99F7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</p:spPr>
        <p:txBody>
          <a:bodyPr anchor="ctr">
            <a:normAutofit/>
          </a:bodyPr>
          <a:lstStyle/>
          <a:p>
            <a:r>
              <a:rPr lang="en-US" dirty="0"/>
              <a:t>Open Domain Controllers </a:t>
            </a:r>
          </a:p>
        </p:txBody>
      </p:sp>
      <p:pic>
        <p:nvPicPr>
          <p:cNvPr id="12" name="Content Placeholder 11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297942A3-85B9-7E4A-35D2-29B692B2280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733" y="1838099"/>
            <a:ext cx="4911047" cy="4284889"/>
          </a:xfrm>
          <a:noFill/>
        </p:spPr>
      </p:pic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F783C3-787F-B3F7-64A5-CA399692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ADDS and Demote TOR-DC1</a:t>
            </a:r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CF10D1-53FC-A470-F5FD-4E2A4302C1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18387"/>
            <a:ext cx="3108325" cy="2711839"/>
          </a:xfrm>
        </p:spPr>
      </p:pic>
      <p:pic>
        <p:nvPicPr>
          <p:cNvPr id="14" name="Content Placeholder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D7220A-FFA4-BCA3-4D3D-79CEE021C142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489" y="1817688"/>
            <a:ext cx="4925659" cy="4297362"/>
          </a:xfr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9CD37E-B88D-FD4F-253A-4915F1B12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Preferred DNS address</a:t>
            </a:r>
          </a:p>
        </p:txBody>
      </p:sp>
      <p:pic>
        <p:nvPicPr>
          <p:cNvPr id="12" name="Picture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105B1C-71C4-4EDA-5241-C8186DF883B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1" r="63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9A566F-2F89-D1B8-AC31-CB345B3D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</p:spPr>
        <p:txBody>
          <a:bodyPr anchor="ctr">
            <a:normAutofit/>
          </a:bodyPr>
          <a:lstStyle/>
          <a:p>
            <a:r>
              <a:rPr lang="en-US" dirty="0"/>
              <a:t>Change Domain</a:t>
            </a:r>
          </a:p>
        </p:txBody>
      </p:sp>
      <p:pic>
        <p:nvPicPr>
          <p:cNvPr id="18" name="Content Placeholder 17" descr="A computer screen with a computer screen&#10;&#10;AI-generated content may be incorrect.">
            <a:extLst>
              <a:ext uri="{FF2B5EF4-FFF2-40B4-BE49-F238E27FC236}">
                <a16:creationId xmlns:a16="http://schemas.microsoft.com/office/drawing/2014/main" id="{0BED2577-5857-CF54-842C-D48E24F67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313" y="1017638"/>
            <a:ext cx="5551487" cy="4843361"/>
          </a:xfr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B091864-AFE5-E2D8-AC24-97CE3E7E1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</p:spPr>
        <p:txBody>
          <a:bodyPr/>
          <a:lstStyle/>
          <a:p>
            <a:r>
              <a:rPr lang="en-US" dirty="0"/>
              <a:t>Promoting TOR-DC1 to controller on existing Domain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FD2E81-EC12-9125-BF29-5AF4AA83C8F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705" y="1838325"/>
            <a:ext cx="4911103" cy="4284663"/>
          </a:xfrm>
        </p:spPr>
      </p:pic>
    </p:spTree>
    <p:extLst>
      <p:ext uri="{BB962C8B-B14F-4D97-AF65-F5344CB8AC3E}">
        <p14:creationId xmlns:p14="http://schemas.microsoft.com/office/powerpoint/2010/main" val="3100078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824A-8C94-6443-79AE-222D5FC6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</p:spPr>
        <p:txBody>
          <a:bodyPr anchor="ctr">
            <a:normAutofit/>
          </a:bodyPr>
          <a:lstStyle/>
          <a:p>
            <a:r>
              <a:rPr lang="en-US" dirty="0"/>
              <a:t>Domain Controllers &amp; NTDS Settings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50137B-4140-75B0-0F87-65AF72D3989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79" y="1949612"/>
            <a:ext cx="4911047" cy="4284889"/>
          </a:xfrm>
          <a:noFill/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5202ED-DF15-13C6-413F-1CAB23AA3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68095"/>
            <a:ext cx="5785954" cy="504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89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EFAB6-31C2-5737-6D58-6CE050D8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Create OU – Engineering &amp; Projects</a:t>
            </a:r>
            <a:br>
              <a:rPr lang="en-US" dirty="0"/>
            </a:br>
            <a:r>
              <a:rPr lang="en-US"/>
              <a:t>LON-DC1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08D6D0-84A3-5269-A115-4503BCD929D5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82" y="2925763"/>
            <a:ext cx="4056599" cy="3197542"/>
          </a:xfrm>
          <a:noFill/>
        </p:spPr>
      </p:pic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8AF541-EFDB-B52A-A536-1A0D7B3999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109" y="2035629"/>
            <a:ext cx="6247720" cy="3280053"/>
          </a:xfrm>
        </p:spPr>
      </p:pic>
    </p:spTree>
    <p:extLst>
      <p:ext uri="{BB962C8B-B14F-4D97-AF65-F5344CB8AC3E}">
        <p14:creationId xmlns:p14="http://schemas.microsoft.com/office/powerpoint/2010/main" val="101123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6461-1EB6-8934-9AFB-A866E5D2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OU and Users using the command-lets</a:t>
            </a:r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36C0BB-7A73-94C1-71BE-5B1371623B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575" y="2601335"/>
            <a:ext cx="3451225" cy="2745943"/>
          </a:xfrm>
        </p:spPr>
      </p:pic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BC021C-692B-6395-03F3-92A397ED7E31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741" y="1825625"/>
            <a:ext cx="5401118" cy="4297363"/>
          </a:xfrm>
        </p:spPr>
      </p:pic>
    </p:spTree>
    <p:extLst>
      <p:ext uri="{BB962C8B-B14F-4D97-AF65-F5344CB8AC3E}">
        <p14:creationId xmlns:p14="http://schemas.microsoft.com/office/powerpoint/2010/main" val="3983833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58774-F0D7-55EE-D6F8-D7BB1F60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user to HR and Back to Sales</a:t>
            </a:r>
          </a:p>
        </p:txBody>
      </p:sp>
      <p:pic>
        <p:nvPicPr>
          <p:cNvPr id="6" name="Content Placeholder 5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7895737F-35BE-A5E8-2B85-46D07D2D29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9053"/>
            <a:ext cx="4914900" cy="3910506"/>
          </a:xfrm>
        </p:spPr>
      </p:pic>
      <p:pic>
        <p:nvPicPr>
          <p:cNvPr id="8" name="Content Placeholder 7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DF30659E-316C-071E-6B0A-F4B420C3195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388" y="1893018"/>
            <a:ext cx="5211762" cy="4146702"/>
          </a:xfrm>
        </p:spPr>
      </p:pic>
    </p:spTree>
    <p:extLst>
      <p:ext uri="{BB962C8B-B14F-4D97-AF65-F5344CB8AC3E}">
        <p14:creationId xmlns:p14="http://schemas.microsoft.com/office/powerpoint/2010/main" val="2797008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F1C7-3A8A-5495-ADB7-05187C951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HR Printing &amp; Backup Managers</a:t>
            </a:r>
            <a:br>
              <a:rPr lang="en-US" dirty="0"/>
            </a:br>
            <a:r>
              <a:rPr lang="en-US" sz="1200" dirty="0"/>
              <a:t>on LON-DC1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C3EF94-E5B8-231E-8DFC-1873ADBB64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32266"/>
            <a:ext cx="4914900" cy="4084081"/>
          </a:xfrm>
        </p:spPr>
      </p:pic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8F55C6-57D0-85E5-DC32-F2EC9005522C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081" y="1817688"/>
            <a:ext cx="4722375" cy="4297362"/>
          </a:xfrm>
        </p:spPr>
      </p:pic>
    </p:spTree>
    <p:extLst>
      <p:ext uri="{BB962C8B-B14F-4D97-AF65-F5344CB8AC3E}">
        <p14:creationId xmlns:p14="http://schemas.microsoft.com/office/powerpoint/2010/main" val="2740529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7951-D490-B8E2-329E-F01B8CB93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users to HR Printing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6BA9B2-25A5-31ED-6275-C2A1178199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62" y="1825625"/>
            <a:ext cx="4722376" cy="4297363"/>
          </a:xfrm>
        </p:spPr>
      </p:pic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6DE6FF-ABA8-257F-93BB-F21E7F6265C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081" y="1817688"/>
            <a:ext cx="4722375" cy="4297362"/>
          </a:xfrm>
        </p:spPr>
      </p:pic>
    </p:spTree>
    <p:extLst>
      <p:ext uri="{BB962C8B-B14F-4D97-AF65-F5344CB8AC3E}">
        <p14:creationId xmlns:p14="http://schemas.microsoft.com/office/powerpoint/2010/main" val="257383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33F4-9D08-3801-B516-3C42E35E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members to Backup Managers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ECD5DC-F700-405A-A8C5-701BF6F868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62" y="1825625"/>
            <a:ext cx="4722376" cy="4297363"/>
          </a:xfrm>
        </p:spPr>
      </p:pic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EF9413-A375-D2FA-322F-F9F464C0A947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081" y="1817688"/>
            <a:ext cx="4722375" cy="4297362"/>
          </a:xfrm>
        </p:spPr>
      </p:pic>
    </p:spTree>
    <p:extLst>
      <p:ext uri="{BB962C8B-B14F-4D97-AF65-F5344CB8AC3E}">
        <p14:creationId xmlns:p14="http://schemas.microsoft.com/office/powerpoint/2010/main" val="381658843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{BC2F571E-4D6C-42E7-854B-712DC559EA7A}TFab1f0ecd-b87c-476f-be30-2c815ce1b1f82585027f_win32-74124434413c</Template>
  <TotalTime>214</TotalTime>
  <Words>123</Words>
  <Application>Microsoft Office PowerPoint</Application>
  <PresentationFormat>Widescreen</PresentationFormat>
  <Paragraphs>27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William Roberts Prof. Stephen Leggett Task7- LOR-DC1</vt:lpstr>
      <vt:lpstr>Clone Base to TOR-DC1</vt:lpstr>
      <vt:lpstr>Setting up TOR-DC1</vt:lpstr>
      <vt:lpstr>Adding Active Directory Domain Services</vt:lpstr>
      <vt:lpstr>Add New Forest</vt:lpstr>
      <vt:lpstr>Open Domain Controllers </vt:lpstr>
      <vt:lpstr>Remove ADDS and Demote TOR-DC1</vt:lpstr>
      <vt:lpstr>Set Preferred DNS address</vt:lpstr>
      <vt:lpstr>Change Domain</vt:lpstr>
      <vt:lpstr>Promoting TOR-DC1 to controller on existing Domain</vt:lpstr>
      <vt:lpstr>Domain Controllers &amp; NTDS Settings</vt:lpstr>
      <vt:lpstr>Create OU – Engineering &amp; Projects LON-DC1</vt:lpstr>
      <vt:lpstr>Add OU and Users using the command-lets</vt:lpstr>
      <vt:lpstr>Move user to HR and Back to Sales</vt:lpstr>
      <vt:lpstr>Add HR Printing &amp; Backup Managers on LON-DC1</vt:lpstr>
      <vt:lpstr>Add users to HR Printing</vt:lpstr>
      <vt:lpstr>Add members to Backup Managers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William R.</dc:creator>
  <cp:lastModifiedBy>Roberts, William R.</cp:lastModifiedBy>
  <cp:revision>2</cp:revision>
  <dcterms:created xsi:type="dcterms:W3CDTF">2025-10-30T13:33:16Z</dcterms:created>
  <dcterms:modified xsi:type="dcterms:W3CDTF">2025-10-31T15:41:47Z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