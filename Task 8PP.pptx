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324" r:id="rId5"/>
    <p:sldId id="315" r:id="rId6"/>
    <p:sldId id="302" r:id="rId7"/>
    <p:sldId id="325" r:id="rId8"/>
    <p:sldId id="32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33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11/20/2025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A05B6A-9124-4DBB-843A-84818A8F79FC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xfrm>
            <a:off x="0" y="0"/>
            <a:ext cx="12192000" cy="6858000"/>
          </a:xfrm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William Roberts</a:t>
            </a:r>
            <a:br>
              <a:rPr lang="en-US" sz="4800" dirty="0"/>
            </a:b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FAF4E3-C8A2-4861-A67E-040D885F84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Task8	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08FC9D03-24F9-6FA3-6294-39D28275D8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4"/>
                </a:solidFill>
              </a:rPr>
              <a:t>Named Corporate Office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4"/>
                </a:solidFill>
              </a:rPr>
              <a:t>Gave IP address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4"/>
                </a:solidFill>
              </a:rPr>
              <a:t>Gave Subnet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4"/>
              </a:solidFill>
            </a:endParaRPr>
          </a:p>
        </p:txBody>
      </p:sp>
      <p:pic>
        <p:nvPicPr>
          <p:cNvPr id="12" name="Picture Placeholder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7776B9-E103-9AF8-E8EF-8D6C2DD8837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4272" r="33874" b="-1"/>
          <a:stretch>
            <a:fillRect/>
          </a:stretch>
        </p:blipFill>
        <p:spPr>
          <a:xfrm>
            <a:off x="5887402" y="533063"/>
            <a:ext cx="5542598" cy="5611666"/>
          </a:xfrm>
          <a:noFill/>
        </p:spPr>
      </p:pic>
      <p:sp>
        <p:nvSpPr>
          <p:cNvPr id="21" name="Title 4">
            <a:extLst>
              <a:ext uri="{FF2B5EF4-FFF2-40B4-BE49-F238E27FC236}">
                <a16:creationId xmlns:a16="http://schemas.microsoft.com/office/drawing/2014/main" id="{C3BCC204-0930-4C68-E3AB-5259E1C15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/>
          <a:lstStyle/>
          <a:p>
            <a:r>
              <a:rPr lang="en-US" dirty="0"/>
              <a:t>DHCP IPv4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B8DAD3-A5CF-C91A-5814-8C3AB81D9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IPv6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BAC3C5-148F-82DE-4468-ACF9230C08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Here I added IPv6 scope </a:t>
            </a:r>
          </a:p>
          <a:p>
            <a:r>
              <a:rPr lang="en-US" dirty="0"/>
              <a:t>Named Corporate Office</a:t>
            </a:r>
          </a:p>
          <a:p>
            <a:r>
              <a:rPr lang="en-US" dirty="0"/>
              <a:t>Gave IP address</a:t>
            </a:r>
          </a:p>
          <a:p>
            <a:r>
              <a:rPr lang="en-US" dirty="0"/>
              <a:t>Configured scope</a:t>
            </a:r>
          </a:p>
        </p:txBody>
      </p:sp>
      <p:pic>
        <p:nvPicPr>
          <p:cNvPr id="4" name="Picture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D68DBB-47D8-E68D-3A58-95A34D0A1B3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5534" r="553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FF64F07-1F8D-4F69-87E4-03E837E97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18168" y="1181123"/>
            <a:ext cx="459924" cy="4599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0393EC-C7F4-46AA-8768-FF7CD4DE0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31920" y="5840880"/>
            <a:ext cx="284372" cy="2843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E8A0952-F2E8-6CFD-FE38-9A5604730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6825" y="402133"/>
            <a:ext cx="6094318" cy="1801344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IPv4 Multicast Scope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1D61800-321B-90CC-9D67-57206E7CEE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4205" y="5793248"/>
            <a:ext cx="3924934" cy="490538"/>
          </a:xfrm>
        </p:spPr>
        <p:txBody>
          <a:bodyPr/>
          <a:lstStyle/>
          <a:p>
            <a:r>
              <a:rPr lang="en-US" dirty="0"/>
              <a:t>Assigned IP address range 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4A8724-1CA2-EC01-537C-25BF9644D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822" y="1411085"/>
            <a:ext cx="5908378" cy="505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251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CF6489-63EF-5BE6-CC07-02B8315FF70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7127" b="17127"/>
          <a:stretch>
            <a:fillRect/>
          </a:stretch>
        </p:blipFill>
        <p:spPr>
          <a:xfrm>
            <a:off x="2773355" y="1150712"/>
            <a:ext cx="8639056" cy="4859469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D4F47-3712-CEA9-2783-7C8FA810C1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9767" y="6064568"/>
            <a:ext cx="6791004" cy="490538"/>
          </a:xfrm>
        </p:spPr>
        <p:txBody>
          <a:bodyPr/>
          <a:lstStyle/>
          <a:p>
            <a:r>
              <a:rPr lang="en-US" dirty="0"/>
              <a:t>Added and named reservation with IP address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769F0A-6464-68A3-E83A-AC112F345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302894"/>
            <a:ext cx="6540632" cy="1695637"/>
          </a:xfrm>
        </p:spPr>
        <p:txBody>
          <a:bodyPr/>
          <a:lstStyle/>
          <a:p>
            <a:r>
              <a:rPr lang="en-US" dirty="0"/>
              <a:t>New Reservation</a:t>
            </a:r>
          </a:p>
        </p:txBody>
      </p:sp>
    </p:spTree>
    <p:extLst>
      <p:ext uri="{BB962C8B-B14F-4D97-AF65-F5344CB8AC3E}">
        <p14:creationId xmlns:p14="http://schemas.microsoft.com/office/powerpoint/2010/main" val="1122909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3_LW_v2" id="{C590A786-F65F-42F6-9E48-12C78E3C86B3}" vid="{FEE92C9D-6350-4ECD-87A4-004D12BB2B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presentation</Template>
  <TotalTime>279</TotalTime>
  <Words>47</Words>
  <Application>Microsoft Office PowerPoint</Application>
  <PresentationFormat>Widescreen</PresentationFormat>
  <Paragraphs>19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Office Theme</vt:lpstr>
      <vt:lpstr>William Roberts </vt:lpstr>
      <vt:lpstr>DHCP IPv4</vt:lpstr>
      <vt:lpstr>IPv6</vt:lpstr>
      <vt:lpstr>IPv4 Multicast Scope</vt:lpstr>
      <vt:lpstr>New Reservation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Roberts, William R.</dc:creator>
  <cp:lastModifiedBy>Roberts, William R.</cp:lastModifiedBy>
  <cp:revision>4</cp:revision>
  <dcterms:created xsi:type="dcterms:W3CDTF">2025-11-14T01:36:16Z</dcterms:created>
  <dcterms:modified xsi:type="dcterms:W3CDTF">2025-11-21T01:32:11Z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