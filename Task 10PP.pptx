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4"/>
  </p:notesMasterIdLst>
  <p:handoutMasterIdLst>
    <p:handoutMasterId r:id="rId15"/>
  </p:handoutMasterIdLst>
  <p:sldIdLst>
    <p:sldId id="436" r:id="rId5"/>
    <p:sldId id="437" r:id="rId6"/>
    <p:sldId id="438" r:id="rId7"/>
    <p:sldId id="439" r:id="rId8"/>
    <p:sldId id="440" r:id="rId9"/>
    <p:sldId id="441" r:id="rId10"/>
    <p:sldId id="444" r:id="rId11"/>
    <p:sldId id="446" r:id="rId12"/>
    <p:sldId id="43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9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12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384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4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anchor="t" anchorCtr="0"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446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9D789-F69C-8306-0C19-DF73E6916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6415" y="360485"/>
            <a:ext cx="5032725" cy="3284203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003524-9DE3-1117-2E91-80A1CB96DE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308475" cy="6858000"/>
          </a:xfrm>
          <a:custGeom>
            <a:avLst/>
            <a:gdLst>
              <a:gd name="connsiteX0" fmla="*/ 0 w 4308475"/>
              <a:gd name="connsiteY0" fmla="*/ 0 h 6858000"/>
              <a:gd name="connsiteX1" fmla="*/ 4308475 w 4308475"/>
              <a:gd name="connsiteY1" fmla="*/ 0 h 6858000"/>
              <a:gd name="connsiteX2" fmla="*/ 4308475 w 4308475"/>
              <a:gd name="connsiteY2" fmla="*/ 3390898 h 6858000"/>
              <a:gd name="connsiteX3" fmla="*/ 4307536 w 4308475"/>
              <a:gd name="connsiteY3" fmla="*/ 3390898 h 6858000"/>
              <a:gd name="connsiteX4" fmla="*/ 4290702 w 4308475"/>
              <a:gd name="connsiteY4" fmla="*/ 3724279 h 6858000"/>
              <a:gd name="connsiteX5" fmla="*/ 1146183 w 4308475"/>
              <a:gd name="connsiteY5" fmla="*/ 6848898 h 6858000"/>
              <a:gd name="connsiteX6" fmla="*/ 953984 w 4308475"/>
              <a:gd name="connsiteY6" fmla="*/ 6857998 h 6858000"/>
              <a:gd name="connsiteX7" fmla="*/ 4308475 w 4308475"/>
              <a:gd name="connsiteY7" fmla="*/ 6857998 h 6858000"/>
              <a:gd name="connsiteX8" fmla="*/ 4308475 w 4308475"/>
              <a:gd name="connsiteY8" fmla="*/ 6858000 h 6858000"/>
              <a:gd name="connsiteX9" fmla="*/ 0 w 43084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8475" h="6858000">
                <a:moveTo>
                  <a:pt x="0" y="0"/>
                </a:moveTo>
                <a:lnTo>
                  <a:pt x="4308475" y="0"/>
                </a:lnTo>
                <a:lnTo>
                  <a:pt x="4308475" y="3390898"/>
                </a:lnTo>
                <a:lnTo>
                  <a:pt x="4307536" y="3390898"/>
                </a:lnTo>
                <a:lnTo>
                  <a:pt x="4290702" y="3724279"/>
                </a:lnTo>
                <a:cubicBezTo>
                  <a:pt x="4122756" y="5378008"/>
                  <a:pt x="2802922" y="6691208"/>
                  <a:pt x="1146183" y="6848898"/>
                </a:cubicBezTo>
                <a:lnTo>
                  <a:pt x="953984" y="6857998"/>
                </a:lnTo>
                <a:lnTo>
                  <a:pt x="4308475" y="6857998"/>
                </a:lnTo>
                <a:lnTo>
                  <a:pt x="43084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E5C55B8-DD4C-A859-38F5-CC8FE0920B8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76306" y="3846391"/>
            <a:ext cx="5032725" cy="213671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600">
                <a:solidFill>
                  <a:schemeClr val="bg2"/>
                </a:solidFill>
              </a:defRPr>
            </a:lvl2pPr>
            <a:lvl3pPr marL="914400" indent="0">
              <a:buNone/>
              <a:defRPr sz="1400">
                <a:solidFill>
                  <a:schemeClr val="bg2"/>
                </a:solidFill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6DC123BA-30A1-50DE-FC24-33C67A8F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30876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18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593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B6590-E6B3-B91C-752E-88256804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6">
            <a:extLst>
              <a:ext uri="{FF2B5EF4-FFF2-40B4-BE49-F238E27FC236}">
                <a16:creationId xmlns:a16="http://schemas.microsoft.com/office/drawing/2014/main" id="{3A11B3D3-2DE9-50B1-D34F-653D46693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1493" y="365768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7">
            <a:extLst>
              <a:ext uri="{FF2B5EF4-FFF2-40B4-BE49-F238E27FC236}">
                <a16:creationId xmlns:a16="http://schemas.microsoft.com/office/drawing/2014/main" id="{5EEBEB28-1DE8-01FC-1208-CE71F445D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836BB78A-11DB-CCF3-7F2E-C0243B409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0220F55-A7D0-A330-0E21-94E0D5EC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50734" y="835269"/>
            <a:ext cx="8690533" cy="282118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0B5AC1-38AD-9D8D-25F1-F8E10DE48A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45739" y="3858233"/>
            <a:ext cx="8700522" cy="195348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 marL="457200" indent="0" algn="ctr">
              <a:buNone/>
              <a:defRPr sz="1600">
                <a:solidFill>
                  <a:schemeClr val="bg2"/>
                </a:solidFill>
              </a:defRPr>
            </a:lvl2pPr>
            <a:lvl3pPr marL="914400" indent="0" algn="ctr">
              <a:buNone/>
              <a:defRPr sz="1400">
                <a:solidFill>
                  <a:schemeClr val="bg2"/>
                </a:solidFill>
              </a:defRPr>
            </a:lvl3pPr>
            <a:lvl4pPr marL="1371600" indent="0" algn="ctr">
              <a:buNone/>
              <a:defRPr sz="1200">
                <a:solidFill>
                  <a:schemeClr val="bg2"/>
                </a:solidFill>
              </a:defRPr>
            </a:lvl4pPr>
            <a:lvl5pPr marL="18288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196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D8A19A74-FE0D-4975-5657-5362CEB4D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117263" y="5090690"/>
            <a:ext cx="1807536" cy="17770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E8CCA9-A930-4217-FC4B-419AD08ED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6913" y="2996911"/>
            <a:ext cx="6867747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A5202170-963D-8D6D-EF61-11B291827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A71B5EB-558B-B072-1FF1-CDA55B10C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57" y="328860"/>
            <a:ext cx="6136643" cy="177706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0">
            <a:extLst>
              <a:ext uri="{FF2B5EF4-FFF2-40B4-BE49-F238E27FC236}">
                <a16:creationId xmlns:a16="http://schemas.microsoft.com/office/drawing/2014/main" id="{B84F4814-519C-86D2-1886-90E0A98968D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71204" y="2282999"/>
            <a:ext cx="6136643" cy="368550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5A36A3E-F1BF-A2FC-E9BF-616718E65B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4800" y="0"/>
            <a:ext cx="4267200" cy="6858000"/>
          </a:xfrm>
          <a:solidFill>
            <a:schemeClr val="accent2"/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769D9C9-E3F7-6719-75F2-AA70DF83E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6400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6">
            <a:extLst>
              <a:ext uri="{FF2B5EF4-FFF2-40B4-BE49-F238E27FC236}">
                <a16:creationId xmlns:a16="http://schemas.microsoft.com/office/drawing/2014/main" id="{F8F589DA-127F-E2E7-6ADA-1D3C0479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5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0FBF0-749D-0FF0-74B6-3565174C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DDA3FAB-74FF-4772-2BA4-B242E12AB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BE95B3E-84B8-3910-65C9-87914802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369277"/>
            <a:ext cx="9590215" cy="1708514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0">
            <a:extLst>
              <a:ext uri="{FF2B5EF4-FFF2-40B4-BE49-F238E27FC236}">
                <a16:creationId xmlns:a16="http://schemas.microsoft.com/office/drawing/2014/main" id="{53421E6F-1A11-40B7-DB53-FC96CE9D787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9269" y="2284193"/>
            <a:ext cx="6036544" cy="343665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90BA2746-C141-C524-CDDE-DD672A80A2C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708899" y="2284193"/>
            <a:ext cx="3252914" cy="343665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78CC75E-2849-6C28-42BF-61EBFD22C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711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2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2" r:id="rId18"/>
    <p:sldLayoutId id="2147483734" r:id="rId19"/>
    <p:sldLayoutId id="2147483736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William Roberts </a:t>
            </a:r>
            <a:br>
              <a:rPr lang="en-US" dirty="0"/>
            </a:br>
            <a:r>
              <a:rPr lang="en-US" dirty="0"/>
              <a:t>CIS216 – Task 10</a:t>
            </a:r>
            <a:br>
              <a:rPr lang="en-US" dirty="0"/>
            </a:br>
            <a:r>
              <a:rPr lang="en-US" dirty="0"/>
              <a:t>Prof. Stephen Leggett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778DCE0-3BED-4B44-B7A5-0ED5C661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8972C4-EBA3-4889-B07A-A740CA63F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755" y="4357049"/>
            <a:ext cx="12207753" cy="25295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60411F-81A4-4BE3-8877-390D08765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753" y="4350224"/>
            <a:ext cx="12207753" cy="2529561"/>
          </a:xfrm>
          <a:prstGeom prst="rect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795744-4040-4EBA-B2AF-E5251D94B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755" y="4350225"/>
            <a:ext cx="9108074" cy="2536385"/>
          </a:xfrm>
          <a:custGeom>
            <a:avLst/>
            <a:gdLst>
              <a:gd name="connsiteX0" fmla="*/ 0 w 9108074"/>
              <a:gd name="connsiteY0" fmla="*/ 0 h 2536385"/>
              <a:gd name="connsiteX1" fmla="*/ 1774120 w 9108074"/>
              <a:gd name="connsiteY1" fmla="*/ 0 h 2536385"/>
              <a:gd name="connsiteX2" fmla="*/ 3862043 w 9108074"/>
              <a:gd name="connsiteY2" fmla="*/ 0 h 2536385"/>
              <a:gd name="connsiteX3" fmla="*/ 6665734 w 9108074"/>
              <a:gd name="connsiteY3" fmla="*/ 0 h 2536385"/>
              <a:gd name="connsiteX4" fmla="*/ 6912337 w 9108074"/>
              <a:gd name="connsiteY4" fmla="*/ 23016 h 2536385"/>
              <a:gd name="connsiteX5" fmla="*/ 9108074 w 9108074"/>
              <a:gd name="connsiteY5" fmla="*/ 2515032 h 2536385"/>
              <a:gd name="connsiteX6" fmla="*/ 9107087 w 9108074"/>
              <a:gd name="connsiteY6" fmla="*/ 2536385 h 2536385"/>
              <a:gd name="connsiteX7" fmla="*/ 0 w 9108074"/>
              <a:gd name="connsiteY7" fmla="*/ 2536385 h 253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08074" h="2536385">
                <a:moveTo>
                  <a:pt x="0" y="0"/>
                </a:moveTo>
                <a:lnTo>
                  <a:pt x="1774120" y="0"/>
                </a:lnTo>
                <a:lnTo>
                  <a:pt x="3862043" y="0"/>
                </a:lnTo>
                <a:lnTo>
                  <a:pt x="6665734" y="0"/>
                </a:lnTo>
                <a:lnTo>
                  <a:pt x="6912337" y="23016"/>
                </a:lnTo>
                <a:cubicBezTo>
                  <a:pt x="8145650" y="151293"/>
                  <a:pt x="9108074" y="1218052"/>
                  <a:pt x="9108074" y="2515032"/>
                </a:cubicBezTo>
                <a:lnTo>
                  <a:pt x="9107087" y="2536385"/>
                </a:lnTo>
                <a:lnTo>
                  <a:pt x="0" y="25363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FCE3D9-3F34-3086-273E-D3ED42E7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93" y="4861775"/>
            <a:ext cx="7425101" cy="1468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>
                <a:solidFill>
                  <a:srgbClr val="FFFFFF"/>
                </a:solidFill>
              </a:rPr>
              <a:t>Add user and set up account info</a:t>
            </a:r>
          </a:p>
        </p:txBody>
      </p:sp>
      <p:pic>
        <p:nvPicPr>
          <p:cNvPr id="12" name="Picture 11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EEB3B321-FC2D-D354-A68A-AE9B7EB5B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971654"/>
            <a:ext cx="3443799" cy="2470926"/>
          </a:xfrm>
          <a:prstGeom prst="rect">
            <a:avLst/>
          </a:prstGeom>
        </p:spPr>
      </p:pic>
      <p:pic>
        <p:nvPicPr>
          <p:cNvPr id="10" name="Content Placeholder 9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854835F3-185B-6AAC-AD08-2DEB078CB6D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/>
          <a:stretch>
            <a:fillRect/>
          </a:stretch>
        </p:blipFill>
        <p:spPr>
          <a:xfrm>
            <a:off x="4394057" y="971654"/>
            <a:ext cx="3443799" cy="2470926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50A6F0-1400-E855-F18E-2C75CFFFD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459" y="984518"/>
            <a:ext cx="3407941" cy="24451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DBFA3-4929-EF34-6EC0-62D2B6817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 smtClean="0">
                <a:solidFill>
                  <a:srgbClr val="FFFFFF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778DCE0-3BED-4B44-B7A5-0ED5C661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760482A-90C8-467A-8C37-B573834CB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7F90700-3268-4783-9320-F9EC64ED3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B81EF3-BC4B-F95A-0CCE-F66F3505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799"/>
            <a:ext cx="3754192" cy="375897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>
                <a:solidFill>
                  <a:srgbClr val="FFFFFF"/>
                </a:solidFill>
              </a:rPr>
              <a:t>Create User Template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3939AC-6F57-83E6-2252-6FCE2055D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952" y="1144203"/>
            <a:ext cx="2731155" cy="1959603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8BF79F-8D6D-28B9-122D-85F90AD1D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245" y="1144204"/>
            <a:ext cx="2731155" cy="1959603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1DD319-FEFA-6B79-56FB-AA204019B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9040" y="3428999"/>
            <a:ext cx="3823273" cy="27431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 algn="r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405DEB6-7AE1-46D5-8C64-2707A6250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EFAF92-F669-4361-B615-D0036A345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624" y="0"/>
            <a:ext cx="887162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FF5CC14-9400-448F-A0A2-65A6C3E56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3587" y="0"/>
            <a:ext cx="6023986" cy="6858000"/>
          </a:xfrm>
          <a:custGeom>
            <a:avLst/>
            <a:gdLst>
              <a:gd name="connsiteX0" fmla="*/ 0 w 12192000"/>
              <a:gd name="connsiteY0" fmla="*/ 6854090 h 6858000"/>
              <a:gd name="connsiteX1" fmla="*/ 6168014 w 12192000"/>
              <a:gd name="connsiteY1" fmla="*/ 6854090 h 6858000"/>
              <a:gd name="connsiteX2" fmla="*/ 6322645 w 12192000"/>
              <a:gd name="connsiteY2" fmla="*/ 6858000 h 6858000"/>
              <a:gd name="connsiteX3" fmla="*/ 0 w 12192000"/>
              <a:gd name="connsiteY3" fmla="*/ 6858000 h 6858000"/>
              <a:gd name="connsiteX4" fmla="*/ 6477289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6322645 w 12192000"/>
              <a:gd name="connsiteY7" fmla="*/ 6858000 h 6858000"/>
              <a:gd name="connsiteX8" fmla="*/ 9753600 w 12192000"/>
              <a:gd name="connsiteY8" fmla="*/ 3427045 h 6858000"/>
              <a:gd name="connsiteX9" fmla="*/ 6499201 w 12192000"/>
              <a:gd name="connsiteY9" fmla="*/ 554 h 6858000"/>
              <a:gd name="connsiteX0" fmla="*/ 0 w 12192000"/>
              <a:gd name="connsiteY0" fmla="*/ 6858000 h 6858000"/>
              <a:gd name="connsiteX1" fmla="*/ 6168014 w 12192000"/>
              <a:gd name="connsiteY1" fmla="*/ 6854090 h 6858000"/>
              <a:gd name="connsiteX2" fmla="*/ 6322645 w 12192000"/>
              <a:gd name="connsiteY2" fmla="*/ 6858000 h 6858000"/>
              <a:gd name="connsiteX3" fmla="*/ 0 w 12192000"/>
              <a:gd name="connsiteY3" fmla="*/ 6858000 h 6858000"/>
              <a:gd name="connsiteX4" fmla="*/ 6477289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6322645 w 12192000"/>
              <a:gd name="connsiteY7" fmla="*/ 6858000 h 6858000"/>
              <a:gd name="connsiteX8" fmla="*/ 9753600 w 12192000"/>
              <a:gd name="connsiteY8" fmla="*/ 3427045 h 6858000"/>
              <a:gd name="connsiteX9" fmla="*/ 6499201 w 12192000"/>
              <a:gd name="connsiteY9" fmla="*/ 554 h 6858000"/>
              <a:gd name="connsiteX10" fmla="*/ 6477289 w 12192000"/>
              <a:gd name="connsiteY10" fmla="*/ 0 h 6858000"/>
              <a:gd name="connsiteX0" fmla="*/ 154631 w 6023986"/>
              <a:gd name="connsiteY0" fmla="*/ 6858000 h 6858000"/>
              <a:gd name="connsiteX1" fmla="*/ 0 w 6023986"/>
              <a:gd name="connsiteY1" fmla="*/ 6854090 h 6858000"/>
              <a:gd name="connsiteX2" fmla="*/ 154631 w 6023986"/>
              <a:gd name="connsiteY2" fmla="*/ 6858000 h 6858000"/>
              <a:gd name="connsiteX3" fmla="*/ 309275 w 6023986"/>
              <a:gd name="connsiteY3" fmla="*/ 0 h 6858000"/>
              <a:gd name="connsiteX4" fmla="*/ 6023986 w 6023986"/>
              <a:gd name="connsiteY4" fmla="*/ 0 h 6858000"/>
              <a:gd name="connsiteX5" fmla="*/ 6023986 w 6023986"/>
              <a:gd name="connsiteY5" fmla="*/ 6858000 h 6858000"/>
              <a:gd name="connsiteX6" fmla="*/ 154631 w 6023986"/>
              <a:gd name="connsiteY6" fmla="*/ 6858000 h 6858000"/>
              <a:gd name="connsiteX7" fmla="*/ 3585586 w 6023986"/>
              <a:gd name="connsiteY7" fmla="*/ 3427045 h 6858000"/>
              <a:gd name="connsiteX8" fmla="*/ 331187 w 6023986"/>
              <a:gd name="connsiteY8" fmla="*/ 554 h 6858000"/>
              <a:gd name="connsiteX9" fmla="*/ 309275 w 6023986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23986" h="6858000">
                <a:moveTo>
                  <a:pt x="154631" y="6858000"/>
                </a:moveTo>
                <a:lnTo>
                  <a:pt x="0" y="6854090"/>
                </a:lnTo>
                <a:lnTo>
                  <a:pt x="154631" y="6858000"/>
                </a:lnTo>
                <a:close/>
                <a:moveTo>
                  <a:pt x="309275" y="0"/>
                </a:moveTo>
                <a:lnTo>
                  <a:pt x="6023986" y="0"/>
                </a:lnTo>
                <a:lnTo>
                  <a:pt x="6023986" y="6858000"/>
                </a:lnTo>
                <a:lnTo>
                  <a:pt x="154631" y="6858000"/>
                </a:lnTo>
                <a:cubicBezTo>
                  <a:pt x="2049495" y="6858000"/>
                  <a:pt x="3585586" y="5321909"/>
                  <a:pt x="3585586" y="3427045"/>
                </a:cubicBezTo>
                <a:cubicBezTo>
                  <a:pt x="3585586" y="1591396"/>
                  <a:pt x="2144001" y="92446"/>
                  <a:pt x="331187" y="554"/>
                </a:cubicBezTo>
                <a:lnTo>
                  <a:pt x="309275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61357E36-869D-B6D4-3E6E-ED43A227E59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2029" r="-2" b="-2"/>
          <a:stretch>
            <a:fillRect/>
          </a:stretch>
        </p:blipFill>
        <p:spPr>
          <a:xfrm>
            <a:off x="-16398" y="-8467"/>
            <a:ext cx="8610600" cy="1759889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749A798-81DD-60D4-0E17-6B8B91E3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87" y="0"/>
            <a:ext cx="5038299" cy="29834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Using User Template to make James and check members of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DBF25D-F574-8300-FB2F-4FE97CBB4BD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/>
          <a:srcRect l="30462" r="11128" b="-2"/>
          <a:stretch>
            <a:fillRect/>
          </a:stretch>
        </p:blipFill>
        <p:spPr>
          <a:xfrm>
            <a:off x="8651599" y="56955"/>
            <a:ext cx="3442334" cy="4228653"/>
          </a:xfrm>
          <a:prstGeom prst="rect">
            <a:avLst/>
          </a:prstGeom>
        </p:spPr>
      </p:pic>
      <p:pic>
        <p:nvPicPr>
          <p:cNvPr id="10" name="Picture 9" descr="A computer screen shot of a blue screen&#10;&#10;AI-generated content may be incorrect.">
            <a:extLst>
              <a:ext uri="{FF2B5EF4-FFF2-40B4-BE49-F238E27FC236}">
                <a16:creationId xmlns:a16="http://schemas.microsoft.com/office/drawing/2014/main" id="{B3FCA793-E6BB-16FC-16CE-6CEB6796B9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98" r="10992" b="-2"/>
          <a:stretch>
            <a:fillRect/>
          </a:stretch>
        </p:blipFill>
        <p:spPr>
          <a:xfrm>
            <a:off x="4174827" y="2632887"/>
            <a:ext cx="3724848" cy="45757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E44FC-E43E-3153-168E-0A84BD9E6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/>
              <a:pPr algn="r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70171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2F0BB0A-8DF3-4107-815E-1A34A0ED8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4E095C-0818-1400-21CD-507E28EE5D8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t="18461" b="314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99347E-C53E-49B7-9685-F4B751637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38546"/>
            <a:ext cx="12192000" cy="4719454"/>
          </a:xfrm>
          <a:custGeom>
            <a:avLst/>
            <a:gdLst>
              <a:gd name="connsiteX0" fmla="*/ 1 w 12192000"/>
              <a:gd name="connsiteY0" fmla="*/ 0 h 4719454"/>
              <a:gd name="connsiteX1" fmla="*/ 1 w 12192000"/>
              <a:gd name="connsiteY1" fmla="*/ 69796 h 4719454"/>
              <a:gd name="connsiteX2" fmla="*/ 3526 w 12192000"/>
              <a:gd name="connsiteY2" fmla="*/ 69796 h 4719454"/>
              <a:gd name="connsiteX3" fmla="*/ 14315 w 12192000"/>
              <a:gd name="connsiteY3" fmla="*/ 283470 h 4719454"/>
              <a:gd name="connsiteX4" fmla="*/ 2772489 w 12192000"/>
              <a:gd name="connsiteY4" fmla="*/ 2772487 h 4719454"/>
              <a:gd name="connsiteX5" fmla="*/ 2848416 w 12192000"/>
              <a:gd name="connsiteY5" fmla="*/ 2770568 h 4719454"/>
              <a:gd name="connsiteX6" fmla="*/ 2848416 w 12192000"/>
              <a:gd name="connsiteY6" fmla="*/ 2772486 h 4719454"/>
              <a:gd name="connsiteX7" fmla="*/ 12192000 w 12192000"/>
              <a:gd name="connsiteY7" fmla="*/ 2767439 h 4719454"/>
              <a:gd name="connsiteX8" fmla="*/ 12192000 w 12192000"/>
              <a:gd name="connsiteY8" fmla="*/ 4719454 h 4719454"/>
              <a:gd name="connsiteX9" fmla="*/ 0 w 12192000"/>
              <a:gd name="connsiteY9" fmla="*/ 4719454 h 4719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4719454">
                <a:moveTo>
                  <a:pt x="1" y="0"/>
                </a:moveTo>
                <a:lnTo>
                  <a:pt x="1" y="69796"/>
                </a:lnTo>
                <a:lnTo>
                  <a:pt x="3526" y="69796"/>
                </a:lnTo>
                <a:lnTo>
                  <a:pt x="14315" y="283470"/>
                </a:lnTo>
                <a:cubicBezTo>
                  <a:pt x="156294" y="1681514"/>
                  <a:pt x="1336986" y="2772487"/>
                  <a:pt x="2772489" y="2772487"/>
                </a:cubicBezTo>
                <a:lnTo>
                  <a:pt x="2848416" y="2770568"/>
                </a:lnTo>
                <a:lnTo>
                  <a:pt x="2848416" y="2772486"/>
                </a:lnTo>
                <a:lnTo>
                  <a:pt x="12192000" y="2767439"/>
                </a:lnTo>
                <a:lnTo>
                  <a:pt x="12192000" y="4719454"/>
                </a:lnTo>
                <a:lnTo>
                  <a:pt x="0" y="4719454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6D27865-C8D3-44FD-BA1E-B122FD5F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6952" y="0"/>
            <a:ext cx="4005049" cy="6858000"/>
          </a:xfrm>
          <a:custGeom>
            <a:avLst/>
            <a:gdLst>
              <a:gd name="connsiteX0" fmla="*/ 0 w 4005049"/>
              <a:gd name="connsiteY0" fmla="*/ 0 h 6858000"/>
              <a:gd name="connsiteX1" fmla="*/ 4005049 w 4005049"/>
              <a:gd name="connsiteY1" fmla="*/ 0 h 6858000"/>
              <a:gd name="connsiteX2" fmla="*/ 4005049 w 4005049"/>
              <a:gd name="connsiteY2" fmla="*/ 6858000 h 6858000"/>
              <a:gd name="connsiteX3" fmla="*/ 3380185 w 4005049"/>
              <a:gd name="connsiteY3" fmla="*/ 6858000 h 6858000"/>
              <a:gd name="connsiteX4" fmla="*/ 3380185 w 4005049"/>
              <a:gd name="connsiteY4" fmla="*/ 3875396 h 6858000"/>
              <a:gd name="connsiteX5" fmla="*/ 3379685 w 4005049"/>
              <a:gd name="connsiteY5" fmla="*/ 3875396 h 6858000"/>
              <a:gd name="connsiteX6" fmla="*/ 3381105 w 4005049"/>
              <a:gd name="connsiteY6" fmla="*/ 3819246 h 6858000"/>
              <a:gd name="connsiteX7" fmla="*/ 118686 w 4005049"/>
              <a:gd name="connsiteY7" fmla="*/ 150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5049" h="6858000">
                <a:moveTo>
                  <a:pt x="0" y="0"/>
                </a:moveTo>
                <a:lnTo>
                  <a:pt x="4005049" y="0"/>
                </a:lnTo>
                <a:lnTo>
                  <a:pt x="4005049" y="6858000"/>
                </a:lnTo>
                <a:lnTo>
                  <a:pt x="3380185" y="6858000"/>
                </a:lnTo>
                <a:lnTo>
                  <a:pt x="3380185" y="3875396"/>
                </a:lnTo>
                <a:lnTo>
                  <a:pt x="3379685" y="3875396"/>
                </a:lnTo>
                <a:lnTo>
                  <a:pt x="3381105" y="3819246"/>
                </a:lnTo>
                <a:cubicBezTo>
                  <a:pt x="3381105" y="1893037"/>
                  <a:pt x="1965994" y="297344"/>
                  <a:pt x="118686" y="1508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842292D-62E5-CE88-9F3A-A94544489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152445"/>
            <a:ext cx="7674590" cy="1223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100">
                <a:solidFill>
                  <a:srgbClr val="FFFFFF"/>
                </a:solidFill>
              </a:rPr>
              <a:t>Creating Computer Objects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BFA23-AB5B-BA88-E233-DE14DED5A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/>
              <a:pPr algn="r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0641290-B8C5-4437-8593-E189A7726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31B708-152F-4F9C-9BD0-4FA2D806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3C89CEA-D97B-4F5C-AD72-71ACE9C1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00200"/>
            <a:ext cx="7915075" cy="4907517"/>
          </a:xfrm>
          <a:custGeom>
            <a:avLst/>
            <a:gdLst>
              <a:gd name="connsiteX0" fmla="*/ 5471042 w 7924800"/>
              <a:gd name="connsiteY0" fmla="*/ 0 h 4907517"/>
              <a:gd name="connsiteX1" fmla="*/ 7912132 w 7924800"/>
              <a:gd name="connsiteY1" fmla="*/ 2202876 h 4907517"/>
              <a:gd name="connsiteX2" fmla="*/ 7923940 w 7924800"/>
              <a:gd name="connsiteY2" fmla="*/ 2436722 h 4907517"/>
              <a:gd name="connsiteX3" fmla="*/ 7924800 w 7924800"/>
              <a:gd name="connsiteY3" fmla="*/ 2436722 h 4907517"/>
              <a:gd name="connsiteX4" fmla="*/ 7924800 w 7924800"/>
              <a:gd name="connsiteY4" fmla="*/ 2453759 h 4907517"/>
              <a:gd name="connsiteX5" fmla="*/ 7924800 w 7924800"/>
              <a:gd name="connsiteY5" fmla="*/ 4907517 h 4907517"/>
              <a:gd name="connsiteX6" fmla="*/ 5481978 w 7924800"/>
              <a:gd name="connsiteY6" fmla="*/ 4907517 h 4907517"/>
              <a:gd name="connsiteX7" fmla="*/ 5481978 w 7924800"/>
              <a:gd name="connsiteY7" fmla="*/ 4907517 h 4907517"/>
              <a:gd name="connsiteX8" fmla="*/ 5471042 w 7924800"/>
              <a:gd name="connsiteY8" fmla="*/ 4907517 h 4907517"/>
              <a:gd name="connsiteX9" fmla="*/ 0 w 7924800"/>
              <a:gd name="connsiteY9" fmla="*/ 4907517 h 4907517"/>
              <a:gd name="connsiteX10" fmla="*/ 0 w 7924800"/>
              <a:gd name="connsiteY10" fmla="*/ 2648 h 490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24800" h="4907517">
                <a:moveTo>
                  <a:pt x="5471042" y="0"/>
                </a:moveTo>
                <a:cubicBezTo>
                  <a:pt x="6741517" y="0"/>
                  <a:pt x="7786475" y="965554"/>
                  <a:pt x="7912132" y="2202876"/>
                </a:cubicBezTo>
                <a:lnTo>
                  <a:pt x="7923940" y="2436722"/>
                </a:lnTo>
                <a:lnTo>
                  <a:pt x="7924800" y="2436722"/>
                </a:lnTo>
                <a:lnTo>
                  <a:pt x="7924800" y="2453759"/>
                </a:lnTo>
                <a:lnTo>
                  <a:pt x="7924800" y="4907517"/>
                </a:lnTo>
                <a:lnTo>
                  <a:pt x="5481978" y="4907517"/>
                </a:lnTo>
                <a:lnTo>
                  <a:pt x="5481978" y="4907517"/>
                </a:lnTo>
                <a:lnTo>
                  <a:pt x="5471042" y="4907517"/>
                </a:lnTo>
                <a:lnTo>
                  <a:pt x="0" y="4907517"/>
                </a:lnTo>
                <a:lnTo>
                  <a:pt x="0" y="2648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2B5DD1-868E-DEF7-653A-7B7B9287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828518"/>
            <a:ext cx="6233554" cy="17992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100">
                <a:solidFill>
                  <a:srgbClr val="FFFFFF"/>
                </a:solidFill>
              </a:rPr>
              <a:t>Delete just made computer create new one in AD AdminCenter</a:t>
            </a:r>
            <a:br>
              <a:rPr lang="en-US" sz="3100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pic>
        <p:nvPicPr>
          <p:cNvPr id="10" name="Picture 9" descr="Closeup of a keyboard">
            <a:extLst>
              <a:ext uri="{FF2B5EF4-FFF2-40B4-BE49-F238E27FC236}">
                <a16:creationId xmlns:a16="http://schemas.microsoft.com/office/drawing/2014/main" id="{FD2372F1-3B48-803E-AF8E-A396E78043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75" r="44363" b="1"/>
          <a:stretch>
            <a:fillRect/>
          </a:stretch>
        </p:blipFill>
        <p:spPr>
          <a:xfrm>
            <a:off x="8844703" y="-11419"/>
            <a:ext cx="3351522" cy="6854088"/>
          </a:xfrm>
          <a:custGeom>
            <a:avLst/>
            <a:gdLst/>
            <a:ahLst/>
            <a:cxnLst/>
            <a:rect l="l" t="t" r="r" b="b"/>
            <a:pathLst>
              <a:path w="3351522" h="6854098">
                <a:moveTo>
                  <a:pt x="3910" y="0"/>
                </a:moveTo>
                <a:lnTo>
                  <a:pt x="3351522" y="0"/>
                </a:lnTo>
                <a:lnTo>
                  <a:pt x="3351522" y="6854098"/>
                </a:lnTo>
                <a:lnTo>
                  <a:pt x="3254399" y="6851642"/>
                </a:lnTo>
                <a:cubicBezTo>
                  <a:pt x="1441585" y="6759750"/>
                  <a:pt x="0" y="5260801"/>
                  <a:pt x="0" y="3425151"/>
                </a:cubicBezTo>
                <a:lnTo>
                  <a:pt x="3910" y="3270520"/>
                </a:lnTo>
                <a:close/>
              </a:path>
            </a:pathLst>
          </a:cu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D161D1-ABF5-B344-96EF-7E11CBABA3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5" r="-1" b="-1"/>
          <a:stretch>
            <a:fillRect/>
          </a:stretch>
        </p:blipFill>
        <p:spPr>
          <a:xfrm>
            <a:off x="4827893" y="3305719"/>
            <a:ext cx="4942094" cy="3529122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9F9013-99A4-F720-6575-C5D8690F95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75" r="-2" b="-2"/>
          <a:stretch>
            <a:fillRect/>
          </a:stretch>
        </p:blipFill>
        <p:spPr>
          <a:xfrm>
            <a:off x="49841" y="3429000"/>
            <a:ext cx="4752290" cy="339356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DE2532-F4A7-30E2-0525-1FF82D28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/>
              <a:pPr algn="r"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47034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AAEC5E-1903-897F-3899-D104894E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Crate user and add to Sales</a:t>
            </a:r>
          </a:p>
        </p:txBody>
      </p:sp>
      <p:pic>
        <p:nvPicPr>
          <p:cNvPr id="18" name="Picture Placeholder 17" descr="A mountain with snow and stars in the sky">
            <a:extLst>
              <a:ext uri="{FF2B5EF4-FFF2-40B4-BE49-F238E27FC236}">
                <a16:creationId xmlns:a16="http://schemas.microsoft.com/office/drawing/2014/main" id="{191982FA-A9CA-9ACC-09E4-77FD999BDBF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03" b="103"/>
          <a:stretch/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270016-E0B6-DAC7-B6DA-CC7F3A15D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18A6E0-4586-4C72-0410-2D90F10DBC4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/>
          <a:stretch>
            <a:fillRect/>
          </a:stretch>
        </p:blipFill>
        <p:spPr>
          <a:xfrm>
            <a:off x="1871142" y="2282825"/>
            <a:ext cx="5136604" cy="3686175"/>
          </a:xfrm>
        </p:spPr>
      </p:pic>
    </p:spTree>
    <p:extLst>
      <p:ext uri="{BB962C8B-B14F-4D97-AF65-F5344CB8AC3E}">
        <p14:creationId xmlns:p14="http://schemas.microsoft.com/office/powerpoint/2010/main" val="24811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ACFBFEE-8DA6-40D8-9269-B1779C44E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865997-6D95-0B46-CD97-73689249334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rcRect t="11061" b="1054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81C75C9-8B7B-45C0-9FCF-DB9A15B63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908330"/>
          </a:xfrm>
          <a:custGeom>
            <a:avLst/>
            <a:gdLst>
              <a:gd name="connsiteX0" fmla="*/ 0 w 12192000"/>
              <a:gd name="connsiteY0" fmla="*/ 0 h 4908330"/>
              <a:gd name="connsiteX1" fmla="*/ 12192000 w 12192000"/>
              <a:gd name="connsiteY1" fmla="*/ 0 h 4908330"/>
              <a:gd name="connsiteX2" fmla="*/ 12192000 w 12192000"/>
              <a:gd name="connsiteY2" fmla="*/ 2140891 h 4908330"/>
              <a:gd name="connsiteX3" fmla="*/ 2848416 w 12192000"/>
              <a:gd name="connsiteY3" fmla="*/ 2135844 h 4908330"/>
              <a:gd name="connsiteX4" fmla="*/ 2772489 w 12192000"/>
              <a:gd name="connsiteY4" fmla="*/ 2135843 h 4908330"/>
              <a:gd name="connsiteX5" fmla="*/ 14315 w 12192000"/>
              <a:gd name="connsiteY5" fmla="*/ 4624860 h 4908330"/>
              <a:gd name="connsiteX6" fmla="*/ 3526 w 12192000"/>
              <a:gd name="connsiteY6" fmla="*/ 4838534 h 4908330"/>
              <a:gd name="connsiteX7" fmla="*/ 1 w 12192000"/>
              <a:gd name="connsiteY7" fmla="*/ 4838534 h 4908330"/>
              <a:gd name="connsiteX8" fmla="*/ 1 w 12192000"/>
              <a:gd name="connsiteY8" fmla="*/ 4908330 h 4908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908330">
                <a:moveTo>
                  <a:pt x="0" y="0"/>
                </a:moveTo>
                <a:lnTo>
                  <a:pt x="12192000" y="0"/>
                </a:lnTo>
                <a:lnTo>
                  <a:pt x="12192000" y="2140891"/>
                </a:lnTo>
                <a:lnTo>
                  <a:pt x="2848416" y="2135844"/>
                </a:lnTo>
                <a:lnTo>
                  <a:pt x="2772489" y="2135843"/>
                </a:lnTo>
                <a:cubicBezTo>
                  <a:pt x="1336986" y="2135843"/>
                  <a:pt x="156294" y="3226816"/>
                  <a:pt x="14315" y="4624860"/>
                </a:cubicBezTo>
                <a:lnTo>
                  <a:pt x="3526" y="4838534"/>
                </a:lnTo>
                <a:lnTo>
                  <a:pt x="1" y="4838534"/>
                </a:lnTo>
                <a:lnTo>
                  <a:pt x="1" y="4908330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99A96A4-4DBB-414E-9A3F-0B93AA144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6188" y="0"/>
            <a:ext cx="4095812" cy="6858000"/>
          </a:xfrm>
          <a:custGeom>
            <a:avLst/>
            <a:gdLst>
              <a:gd name="connsiteX0" fmla="*/ 3208797 w 4095812"/>
              <a:gd name="connsiteY0" fmla="*/ 0 h 6858000"/>
              <a:gd name="connsiteX1" fmla="*/ 4095812 w 4095812"/>
              <a:gd name="connsiteY1" fmla="*/ 0 h 6858000"/>
              <a:gd name="connsiteX2" fmla="*/ 4095812 w 4095812"/>
              <a:gd name="connsiteY2" fmla="*/ 6858000 h 6858000"/>
              <a:gd name="connsiteX3" fmla="*/ 0 w 4095812"/>
              <a:gd name="connsiteY3" fmla="*/ 6858000 h 6858000"/>
              <a:gd name="connsiteX4" fmla="*/ 119187 w 4095812"/>
              <a:gd name="connsiteY4" fmla="*/ 6836929 h 6858000"/>
              <a:gd name="connsiteX5" fmla="*/ 3209717 w 4095812"/>
              <a:gd name="connsiteY5" fmla="*/ 3049589 h 6858000"/>
              <a:gd name="connsiteX6" fmla="*/ 3208297 w 4095812"/>
              <a:gd name="connsiteY6" fmla="*/ 2993239 h 6858000"/>
              <a:gd name="connsiteX7" fmla="*/ 3208797 w 4095812"/>
              <a:gd name="connsiteY7" fmla="*/ 299323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95812" h="6858000">
                <a:moveTo>
                  <a:pt x="3208797" y="0"/>
                </a:moveTo>
                <a:lnTo>
                  <a:pt x="4095812" y="0"/>
                </a:lnTo>
                <a:lnTo>
                  <a:pt x="4095812" y="6858000"/>
                </a:lnTo>
                <a:lnTo>
                  <a:pt x="0" y="6858000"/>
                </a:lnTo>
                <a:lnTo>
                  <a:pt x="119187" y="6836929"/>
                </a:lnTo>
                <a:cubicBezTo>
                  <a:pt x="1881669" y="6483638"/>
                  <a:pt x="3209717" y="4922257"/>
                  <a:pt x="3209717" y="3049589"/>
                </a:cubicBezTo>
                <a:lnTo>
                  <a:pt x="3208297" y="2993239"/>
                </a:lnTo>
                <a:lnTo>
                  <a:pt x="3208797" y="2993239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D9321D-79AC-AC52-77EE-48647BFA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96452"/>
            <a:ext cx="8886825" cy="9243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100">
                <a:solidFill>
                  <a:srgbClr val="FFFFFF"/>
                </a:solidFill>
              </a:rPr>
              <a:t>Add Users Using Only Powershell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6EE69C-73C8-9D1D-8226-203542625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/>
              <a:pPr algn="r"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517068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F0BB0A-8DF3-4107-815E-1A34A0ED8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4A9CB2-BED6-A100-F389-A24E79D0BAF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t="2160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99347E-C53E-49B7-9685-F4B751637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38546"/>
            <a:ext cx="12192000" cy="4719454"/>
          </a:xfrm>
          <a:custGeom>
            <a:avLst/>
            <a:gdLst>
              <a:gd name="connsiteX0" fmla="*/ 1 w 12192000"/>
              <a:gd name="connsiteY0" fmla="*/ 0 h 4719454"/>
              <a:gd name="connsiteX1" fmla="*/ 1 w 12192000"/>
              <a:gd name="connsiteY1" fmla="*/ 69796 h 4719454"/>
              <a:gd name="connsiteX2" fmla="*/ 3526 w 12192000"/>
              <a:gd name="connsiteY2" fmla="*/ 69796 h 4719454"/>
              <a:gd name="connsiteX3" fmla="*/ 14315 w 12192000"/>
              <a:gd name="connsiteY3" fmla="*/ 283470 h 4719454"/>
              <a:gd name="connsiteX4" fmla="*/ 2772489 w 12192000"/>
              <a:gd name="connsiteY4" fmla="*/ 2772487 h 4719454"/>
              <a:gd name="connsiteX5" fmla="*/ 2848416 w 12192000"/>
              <a:gd name="connsiteY5" fmla="*/ 2770568 h 4719454"/>
              <a:gd name="connsiteX6" fmla="*/ 2848416 w 12192000"/>
              <a:gd name="connsiteY6" fmla="*/ 2772486 h 4719454"/>
              <a:gd name="connsiteX7" fmla="*/ 12192000 w 12192000"/>
              <a:gd name="connsiteY7" fmla="*/ 2767439 h 4719454"/>
              <a:gd name="connsiteX8" fmla="*/ 12192000 w 12192000"/>
              <a:gd name="connsiteY8" fmla="*/ 4719454 h 4719454"/>
              <a:gd name="connsiteX9" fmla="*/ 0 w 12192000"/>
              <a:gd name="connsiteY9" fmla="*/ 4719454 h 4719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4719454">
                <a:moveTo>
                  <a:pt x="1" y="0"/>
                </a:moveTo>
                <a:lnTo>
                  <a:pt x="1" y="69796"/>
                </a:lnTo>
                <a:lnTo>
                  <a:pt x="3526" y="69796"/>
                </a:lnTo>
                <a:lnTo>
                  <a:pt x="14315" y="283470"/>
                </a:lnTo>
                <a:cubicBezTo>
                  <a:pt x="156294" y="1681514"/>
                  <a:pt x="1336986" y="2772487"/>
                  <a:pt x="2772489" y="2772487"/>
                </a:cubicBezTo>
                <a:lnTo>
                  <a:pt x="2848416" y="2770568"/>
                </a:lnTo>
                <a:lnTo>
                  <a:pt x="2848416" y="2772486"/>
                </a:lnTo>
                <a:lnTo>
                  <a:pt x="12192000" y="2767439"/>
                </a:lnTo>
                <a:lnTo>
                  <a:pt x="12192000" y="4719454"/>
                </a:lnTo>
                <a:lnTo>
                  <a:pt x="0" y="4719454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6D27865-C8D3-44FD-BA1E-B122FD5F8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6952" y="0"/>
            <a:ext cx="4005049" cy="6858000"/>
          </a:xfrm>
          <a:custGeom>
            <a:avLst/>
            <a:gdLst>
              <a:gd name="connsiteX0" fmla="*/ 0 w 4005049"/>
              <a:gd name="connsiteY0" fmla="*/ 0 h 6858000"/>
              <a:gd name="connsiteX1" fmla="*/ 4005049 w 4005049"/>
              <a:gd name="connsiteY1" fmla="*/ 0 h 6858000"/>
              <a:gd name="connsiteX2" fmla="*/ 4005049 w 4005049"/>
              <a:gd name="connsiteY2" fmla="*/ 6858000 h 6858000"/>
              <a:gd name="connsiteX3" fmla="*/ 3380185 w 4005049"/>
              <a:gd name="connsiteY3" fmla="*/ 6858000 h 6858000"/>
              <a:gd name="connsiteX4" fmla="*/ 3380185 w 4005049"/>
              <a:gd name="connsiteY4" fmla="*/ 3875396 h 6858000"/>
              <a:gd name="connsiteX5" fmla="*/ 3379685 w 4005049"/>
              <a:gd name="connsiteY5" fmla="*/ 3875396 h 6858000"/>
              <a:gd name="connsiteX6" fmla="*/ 3381105 w 4005049"/>
              <a:gd name="connsiteY6" fmla="*/ 3819246 h 6858000"/>
              <a:gd name="connsiteX7" fmla="*/ 118686 w 4005049"/>
              <a:gd name="connsiteY7" fmla="*/ 150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05049" h="6858000">
                <a:moveTo>
                  <a:pt x="0" y="0"/>
                </a:moveTo>
                <a:lnTo>
                  <a:pt x="4005049" y="0"/>
                </a:lnTo>
                <a:lnTo>
                  <a:pt x="4005049" y="6858000"/>
                </a:lnTo>
                <a:lnTo>
                  <a:pt x="3380185" y="6858000"/>
                </a:lnTo>
                <a:lnTo>
                  <a:pt x="3380185" y="3875396"/>
                </a:lnTo>
                <a:lnTo>
                  <a:pt x="3379685" y="3875396"/>
                </a:lnTo>
                <a:lnTo>
                  <a:pt x="3381105" y="3819246"/>
                </a:lnTo>
                <a:cubicBezTo>
                  <a:pt x="3381105" y="1893037"/>
                  <a:pt x="1965994" y="297344"/>
                  <a:pt x="118686" y="1508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152445"/>
            <a:ext cx="7674590" cy="1223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>
                <a:solidFill>
                  <a:srgbClr val="FFFFFF"/>
                </a:solidFill>
              </a:rPr>
              <a:t>Creating Multiple Users Using LDIFDE</a:t>
            </a:r>
            <a:endParaRPr lang="en-US" sz="3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{51A2B585-896D-4EF4-979D-8F40AD4C84D6}TFce6c19b5-b857-4146-b2d9-33ca01394bc5af92e1a2_win32-293333268dd9</Template>
  <TotalTime>81</TotalTime>
  <Words>79</Words>
  <Application>Microsoft Office PowerPoint</Application>
  <PresentationFormat>Widescreen</PresentationFormat>
  <Paragraphs>26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Nova Light</vt:lpstr>
      <vt:lpstr>Calibri</vt:lpstr>
      <vt:lpstr>Elephant</vt:lpstr>
      <vt:lpstr>ModOverlayVTI</vt:lpstr>
      <vt:lpstr>William Roberts  CIS216 – Task 10 Prof. Stephen Leggett</vt:lpstr>
      <vt:lpstr>Add user and set up account info</vt:lpstr>
      <vt:lpstr>Create User Template</vt:lpstr>
      <vt:lpstr>Using User Template to make James and check members of</vt:lpstr>
      <vt:lpstr>Creating Computer Objects</vt:lpstr>
      <vt:lpstr>Delete just made computer create new one in AD AdminCenter </vt:lpstr>
      <vt:lpstr>Crate user and add to Sales</vt:lpstr>
      <vt:lpstr>Add Users Using Only Powershell</vt:lpstr>
      <vt:lpstr>Creating Multiple Users Using LDIFDE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William R.</dc:creator>
  <cp:lastModifiedBy>Roberts, William R.</cp:lastModifiedBy>
  <cp:revision>1</cp:revision>
  <dcterms:created xsi:type="dcterms:W3CDTF">2025-11-22T00:47:27Z</dcterms:created>
  <dcterms:modified xsi:type="dcterms:W3CDTF">2025-11-22T02:09:25Z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