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7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4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9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0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1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8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4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4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3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513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7112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38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58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0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425E7-2593-49B3-82B6-A2B911587BF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A0CDAA-C80D-467C-958F-4B7567DF0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5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6280969-F024-466D-A1DB-4F848C51D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3FDD802-E6D8-4979-A1B9-BA705AE4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E509DD-4B76-45F0-8144-02F1D7E1A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FEAEFD53-0220-48B1-9EA8-3EAE151E8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92E7FABD-916D-4FF9-B5F3-44E53AFD3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826F9772-AEFE-4C6D-82B6-1207069B8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ACFBF3A9-B76A-4B4B-B6D7-CA4651F5C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BF0FAA0A-B682-4A83-BDD8-BCE0AB41C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7874A013-E5E2-4AE1-8E93-029A2B41E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4355329E-E608-4F7A-B4EF-8FEF07D75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3D9BFDF-B250-44FF-9BD7-C204EFBF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09FDE-B25B-3CC7-41BD-BBDE80B75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Creating Base Windows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A0C74-C981-0A84-A010-06EB08B8D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buFont typeface="Wingdings 3" charset="2"/>
              <a:buChar char=""/>
            </a:pPr>
            <a:endParaRPr lang="en-US">
              <a:solidFill>
                <a:schemeClr val="bg1"/>
              </a:solidFill>
            </a:endParaRPr>
          </a:p>
          <a:p>
            <a:pPr algn="l">
              <a:buFont typeface="Wingdings 3" charset="2"/>
              <a:buChar char=""/>
            </a:pPr>
            <a:endParaRPr lang="en-US">
              <a:solidFill>
                <a:schemeClr val="bg1"/>
              </a:solidFill>
            </a:endParaRPr>
          </a:p>
          <a:p>
            <a:pPr algn="l"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William Roberts </a:t>
            </a:r>
          </a:p>
          <a:p>
            <a:pPr algn="l"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9/1/2025</a:t>
            </a:r>
          </a:p>
        </p:txBody>
      </p:sp>
      <p:pic>
        <p:nvPicPr>
          <p:cNvPr id="21" name="Graphic 20" descr="Computer">
            <a:extLst>
              <a:ext uri="{FF2B5EF4-FFF2-40B4-BE49-F238E27FC236}">
                <a16:creationId xmlns:a16="http://schemas.microsoft.com/office/drawing/2014/main" id="{1CE711D7-78BF-E03D-7B55-82B9F7785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616" y="972608"/>
            <a:ext cx="4900269" cy="4900269"/>
          </a:xfrm>
          <a:prstGeom prst="rect">
            <a:avLst/>
          </a:prstGeom>
        </p:spPr>
      </p:pic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38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4E7-677C-44AA-E1CB-901E2226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Memory, RAM and Disk size followed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2E79CA-60F3-0AA7-084B-BB7074C7D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39241"/>
            <a:ext cx="7188199" cy="357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1C5B-0E2F-CF25-A40C-B65E77A5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Machine has been created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C15E1C-1787-C4CF-4165-E51188045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456" y="1485601"/>
            <a:ext cx="6894576" cy="36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1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E7814-4342-7E20-9265-B9956349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3843375" cy="55456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Renamed to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SVR-BASE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60ED55-3CAD-349F-B335-9B09BEC5D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180" y="1024492"/>
            <a:ext cx="7990991" cy="4245214"/>
          </a:xfrm>
        </p:spPr>
      </p:pic>
    </p:spTree>
    <p:extLst>
      <p:ext uri="{BB962C8B-B14F-4D97-AF65-F5344CB8AC3E}">
        <p14:creationId xmlns:p14="http://schemas.microsoft.com/office/powerpoint/2010/main" val="3158865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4ECC4D-FC91-770B-B2BD-E3268A3EB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2" r="2" b="12716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D1ECE4-3EB4-0439-FAC8-3357FCFF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09" y="2669512"/>
            <a:ext cx="3851123" cy="132080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Updating Windows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5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Content Placeholder 4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4EEC0A59-9161-3D1E-162B-39C20AA77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9" t="5604" b="3488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48AE52C-AD58-4D7E-BBEC-741EA69A9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EB3158C7-B011-4D27-BC9D-27EA5BE02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95AA18-FA8B-4B5D-9477-7F5F512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377175-C211-4D7B-89F7-92406DBD7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40EA1C2A-B332-4211-8479-EA99BC303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24A97CC0-C913-4A9C-B6E8-755C7D15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DFA36DF-98BD-46D3-A75B-97154DB48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74EA8-06F6-D6B7-5CCC-D2B609E7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200" y="1678665"/>
            <a:ext cx="4569803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Prepare Base Image</a:t>
            </a: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D1D22F90-51DE-40F7-96EE-8E9894DF0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F45D120E-4F36-4767-98FA-949993B8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B541A2F0-1EDC-4D03-94AC-35BC742CE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08CE2AE4-51CC-4060-8818-423BB07BF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3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26B-A4E9-EA90-2EBC-EAEDC120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Cloned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38059E-5F4F-DD6D-0B49-26D052CAF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902" y="2160588"/>
            <a:ext cx="7306234" cy="3881437"/>
          </a:xfrm>
        </p:spPr>
      </p:pic>
    </p:spTree>
    <p:extLst>
      <p:ext uri="{BB962C8B-B14F-4D97-AF65-F5344CB8AC3E}">
        <p14:creationId xmlns:p14="http://schemas.microsoft.com/office/powerpoint/2010/main" val="128921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FA71-40B6-9BAA-486D-DC7F4878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4" y="609600"/>
            <a:ext cx="7102359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dirty="0"/>
              <a:t>IP Address 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7D5E2-7ACC-5FA7-A66E-6A6D69DA8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744" y="3790975"/>
            <a:ext cx="3380534" cy="1795908"/>
          </a:xfr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64D2E-280D-F5CC-A83D-70DF5C5EB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6" y="3626727"/>
            <a:ext cx="4885908" cy="2601747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B8BEB-A624-566D-FDC3-45378BD14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0" r="13313"/>
          <a:stretch>
            <a:fillRect/>
          </a:stretch>
        </p:blipFill>
        <p:spPr>
          <a:xfrm>
            <a:off x="4968434" y="3626727"/>
            <a:ext cx="3635310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9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BBF0-3C05-CA3D-75CC-BE8AB413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Firewalls Down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7BEC32-DED8-A6EC-CBE5-6FBE12BF7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902" y="2160588"/>
            <a:ext cx="7306234" cy="3881437"/>
          </a:xfrm>
        </p:spPr>
      </p:pic>
    </p:spTree>
    <p:extLst>
      <p:ext uri="{BB962C8B-B14F-4D97-AF65-F5344CB8AC3E}">
        <p14:creationId xmlns:p14="http://schemas.microsoft.com/office/powerpoint/2010/main" val="151108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A258-AEA2-1729-117F-2249E5B1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All Three on Domain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CE89C5-AC08-2168-9B11-532DD5F1A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902" y="2160588"/>
            <a:ext cx="7306234" cy="3881437"/>
          </a:xfrm>
        </p:spPr>
      </p:pic>
    </p:spTree>
    <p:extLst>
      <p:ext uri="{BB962C8B-B14F-4D97-AF65-F5344CB8AC3E}">
        <p14:creationId xmlns:p14="http://schemas.microsoft.com/office/powerpoint/2010/main" val="13732931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177</TotalTime>
  <Words>35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Creating Base Windows</vt:lpstr>
      <vt:lpstr>Memory, RAM and Disk size followed</vt:lpstr>
      <vt:lpstr>Machine has been created</vt:lpstr>
      <vt:lpstr>Renamed to  SVR-BASE</vt:lpstr>
      <vt:lpstr>Updating Windows</vt:lpstr>
      <vt:lpstr>Prepare Base Image</vt:lpstr>
      <vt:lpstr>Cloned</vt:lpstr>
      <vt:lpstr>IP Address </vt:lpstr>
      <vt:lpstr>Firewalls Down</vt:lpstr>
      <vt:lpstr>All Three on Domain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4</cp:revision>
  <dcterms:created xsi:type="dcterms:W3CDTF">2025-08-26T23:51:25Z</dcterms:created>
  <dcterms:modified xsi:type="dcterms:W3CDTF">2025-09-05T02:34:00Z</dcterms:modified>
</cp:coreProperties>
</file>