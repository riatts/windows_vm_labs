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3"/>
  </p:notesMasterIdLst>
  <p:handoutMasterIdLst>
    <p:handoutMasterId r:id="rId14"/>
  </p:handoutMasterIdLst>
  <p:sldIdLst>
    <p:sldId id="278" r:id="rId5"/>
    <p:sldId id="282" r:id="rId6"/>
    <p:sldId id="284" r:id="rId7"/>
    <p:sldId id="271" r:id="rId8"/>
    <p:sldId id="285" r:id="rId9"/>
    <p:sldId id="286" r:id="rId10"/>
    <p:sldId id="287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1" r:id="rId15"/>
    <p:sldLayoutId id="2147483723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sz="3600" dirty="0">
                <a:solidFill>
                  <a:srgbClr val="FF66CC"/>
                </a:solidFill>
              </a:rPr>
              <a:t>William Roberts</a:t>
            </a:r>
            <a:br>
              <a:rPr lang="en-US" sz="3600" dirty="0">
                <a:solidFill>
                  <a:srgbClr val="FF66CC"/>
                </a:solidFill>
              </a:rPr>
            </a:br>
            <a:r>
              <a:rPr lang="en-US" sz="3600" dirty="0">
                <a:solidFill>
                  <a:srgbClr val="FF66CC"/>
                </a:solidFill>
              </a:rPr>
              <a:t>CIS216</a:t>
            </a:r>
            <a:br>
              <a:rPr lang="en-US" sz="3600" dirty="0">
                <a:solidFill>
                  <a:srgbClr val="FF66CC"/>
                </a:solidFill>
              </a:rPr>
            </a:br>
            <a:r>
              <a:rPr lang="en-US" sz="3600" dirty="0">
                <a:solidFill>
                  <a:srgbClr val="FF66CC"/>
                </a:solidFill>
              </a:rPr>
              <a:t>Task5</a:t>
            </a:r>
            <a:br>
              <a:rPr lang="en-US" sz="3600" dirty="0">
                <a:solidFill>
                  <a:srgbClr val="FF66CC"/>
                </a:solidFill>
              </a:rPr>
            </a:br>
            <a:r>
              <a:rPr lang="en-US" sz="3600" dirty="0">
                <a:solidFill>
                  <a:srgbClr val="FF66CC"/>
                </a:solidFill>
              </a:rPr>
              <a:t>Prof Stephen Leggett</a:t>
            </a: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F8147-3557-CA91-97AF-9C2B5F1296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155" y="2419350"/>
            <a:ext cx="7453691" cy="3913188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532365B-C22E-4297-DB93-B12A905B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Storage Pool and a Storage Space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5E9A01-1A48-F4C6-2D42-4EB3AA1D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and Storage Services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CDCCF1-46DA-1782-9356-ABAC397C5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840635"/>
            <a:ext cx="5435600" cy="793708"/>
          </a:xfrm>
        </p:spPr>
        <p:txBody>
          <a:bodyPr vert="horz" wrap="square" lIns="0" tIns="0" rIns="0" bIns="0" rtlCol="0" anchor="t">
            <a:normAutofit fontScale="77500" lnSpcReduction="20000"/>
          </a:bodyPr>
          <a:lstStyle/>
          <a:p>
            <a:r>
              <a:rPr lang="en-US" sz="1600" b="1" dirty="0">
                <a:solidFill>
                  <a:schemeClr val="accent2">
                    <a:lumMod val="60000"/>
                    <a:lumOff val="40000"/>
                    <a:alpha val="60000"/>
                  </a:schemeClr>
                </a:solidFill>
              </a:rPr>
              <a:t>Shows the disks added but when I go to storage pools only shows the one disk</a:t>
            </a:r>
          </a:p>
          <a:p>
            <a:r>
              <a:rPr lang="en-US" sz="1600" dirty="0">
                <a:solidFill>
                  <a:schemeClr val="tx1">
                    <a:alpha val="60000"/>
                  </a:schemeClr>
                </a:solidFill>
              </a:rPr>
              <a:t> </a:t>
            </a:r>
          </a:p>
        </p:txBody>
      </p:sp>
      <p:pic>
        <p:nvPicPr>
          <p:cNvPr id="8" name="Content Placeholder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60BFC0B-E827-21DA-182D-EB3E68DF0A4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66" y="2184988"/>
            <a:ext cx="5435600" cy="3991644"/>
          </a:xfr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B9DD03-EF28-9EE9-21D3-9D4D700BE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35" y="2210273"/>
            <a:ext cx="5353501" cy="393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17694D-2315-5E37-109D-DA05D217E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800590"/>
          </a:xfrm>
        </p:spPr>
        <p:txBody>
          <a:bodyPr/>
          <a:lstStyle/>
          <a:p>
            <a:pPr algn="ctr"/>
            <a:r>
              <a:rPr lang="en-US" sz="4800" dirty="0"/>
              <a:t>Create Primordial pool New Storage Pool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99944A-A2C4-DE69-F99A-6461279E22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77" y="2460888"/>
            <a:ext cx="5328761" cy="3913188"/>
          </a:xfr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F906A7-AD1B-4492-975F-54DAD2831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967" y="2417345"/>
            <a:ext cx="5388056" cy="395673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476C91-6D6B-9F76-BAB1-67FDAB2FF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82559"/>
              </p:ext>
            </p:extLst>
          </p:nvPr>
        </p:nvGraphicFramePr>
        <p:xfrm>
          <a:off x="550863" y="1938866"/>
          <a:ext cx="5164137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164137">
                  <a:extLst>
                    <a:ext uri="{9D8B030D-6E8A-4147-A177-3AD203B41FA5}">
                      <a16:colId xmlns:a16="http://schemas.microsoft.com/office/drawing/2014/main" val="2540734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3921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840E00-4C36-EABF-7B12-68C174268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512893"/>
              </p:ext>
            </p:extLst>
          </p:nvPr>
        </p:nvGraphicFramePr>
        <p:xfrm>
          <a:off x="6477001" y="1970914"/>
          <a:ext cx="5392055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392055">
                  <a:extLst>
                    <a:ext uri="{9D8B030D-6E8A-4147-A177-3AD203B41FA5}">
                      <a16:colId xmlns:a16="http://schemas.microsoft.com/office/drawing/2014/main" val="3979830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Only one Disk Showing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2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928E-B2D1-8050-A10C-A1C3F8E6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 from Oscar using PowerShell I was able to get this done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E9CBA6-2283-FDC9-43EA-21AF78AF83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29" y="2576513"/>
            <a:ext cx="4788318" cy="3516312"/>
          </a:xfr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4AF2F6-3F95-59F8-BDBB-9590011DA0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322" y="2576513"/>
            <a:ext cx="4788318" cy="3516312"/>
          </a:xfrm>
        </p:spPr>
      </p:pic>
    </p:spTree>
    <p:extLst>
      <p:ext uri="{BB962C8B-B14F-4D97-AF65-F5344CB8AC3E}">
        <p14:creationId xmlns:p14="http://schemas.microsoft.com/office/powerpoint/2010/main" val="72505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AD7E906-72A8-0CDA-B16C-C5692326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Added iSCSI Services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E31410-3AB6-A202-E97E-3CBDD8B8E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378" y="606236"/>
            <a:ext cx="6404393" cy="5587474"/>
          </a:xfrm>
        </p:spPr>
      </p:pic>
    </p:spTree>
    <p:extLst>
      <p:ext uri="{BB962C8B-B14F-4D97-AF65-F5344CB8AC3E}">
        <p14:creationId xmlns:p14="http://schemas.microsoft.com/office/powerpoint/2010/main" val="72627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87D5-6904-68D7-5999-D6A34B00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iSCSI Virtual Disk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84A747-7FED-1480-B822-545CD9BD4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303" y="1492477"/>
            <a:ext cx="5796954" cy="5057518"/>
          </a:xfrm>
        </p:spPr>
      </p:pic>
    </p:spTree>
    <p:extLst>
      <p:ext uri="{BB962C8B-B14F-4D97-AF65-F5344CB8AC3E}">
        <p14:creationId xmlns:p14="http://schemas.microsoft.com/office/powerpoint/2010/main" val="139366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F8D2-4E5A-85C2-3654-2031764A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Configure Data Deduplication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DD1107-DF40-20C7-E036-A8A4F3A75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112" y="2112963"/>
            <a:ext cx="5403777" cy="3979862"/>
          </a:xfrm>
        </p:spPr>
      </p:pic>
    </p:spTree>
    <p:extLst>
      <p:ext uri="{BB962C8B-B14F-4D97-AF65-F5344CB8AC3E}">
        <p14:creationId xmlns:p14="http://schemas.microsoft.com/office/powerpoint/2010/main" val="67234078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{5BE6E5D1-D2C2-4A88-8769-697AACA6B079}TF7eddf224-c89c-478f-8f2f-bfb086892169e70e2347_win32-b3bdf7c6e0ee</Template>
  <TotalTime>319</TotalTime>
  <Words>76</Words>
  <Application>Microsoft Office PowerPoint</Application>
  <PresentationFormat>Widescreen</PresentationFormat>
  <Paragraphs>16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Walbaum Display</vt:lpstr>
      <vt:lpstr>3DFloatVTI</vt:lpstr>
      <vt:lpstr>William Roberts CIS216 Task5 Prof Stephen Leggett</vt:lpstr>
      <vt:lpstr>Create a Storage Pool and a Storage Space</vt:lpstr>
      <vt:lpstr>File and Storage Services</vt:lpstr>
      <vt:lpstr>Create Primordial pool New Storage Pool</vt:lpstr>
      <vt:lpstr>Help from Oscar using PowerShell I was able to get this done</vt:lpstr>
      <vt:lpstr>Added iSCSI Services</vt:lpstr>
      <vt:lpstr>New iSCSI Virtual Disk</vt:lpstr>
      <vt:lpstr>Configure Data Deduplication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4</cp:revision>
  <dcterms:created xsi:type="dcterms:W3CDTF">2025-10-04T20:09:40Z</dcterms:created>
  <dcterms:modified xsi:type="dcterms:W3CDTF">2025-10-28T17:52:49Z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