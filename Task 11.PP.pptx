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81" r:id="rId5"/>
    <p:sldId id="284" r:id="rId6"/>
    <p:sldId id="280" r:id="rId7"/>
    <p:sldId id="278" r:id="rId8"/>
    <p:sldId id="261" r:id="rId9"/>
    <p:sldId id="273" r:id="rId10"/>
    <p:sldId id="277" r:id="rId11"/>
    <p:sldId id="285" r:id="rId12"/>
    <p:sldId id="286" r:id="rId13"/>
    <p:sldId id="287" r:id="rId14"/>
    <p:sldId id="28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79" autoAdjust="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17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501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31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31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William Roberts</a:t>
            </a:r>
            <a:br>
              <a:rPr lang="en-US" dirty="0"/>
            </a:br>
            <a:r>
              <a:rPr lang="en-US" dirty="0"/>
              <a:t>CIS216 </a:t>
            </a:r>
            <a:br>
              <a:rPr lang="en-US" dirty="0"/>
            </a:br>
            <a:r>
              <a:rPr lang="en-US" dirty="0"/>
              <a:t>Prof. Stephen Leggett</a:t>
            </a:r>
            <a:br>
              <a:rPr lang="en-US" dirty="0"/>
            </a:br>
            <a:r>
              <a:rPr lang="en-US" dirty="0"/>
              <a:t>Task 11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865A85-65C4-4B36-83D7-8B760BA676F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2" r="24922"/>
          <a:stretch>
            <a:fillRect/>
          </a:stretch>
        </p:blipFill>
        <p:spPr/>
      </p:pic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107D1B-1CA5-BD23-46D6-88EF62EB02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725" y="2959943"/>
            <a:ext cx="4837113" cy="2720876"/>
          </a:xfr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486DCCF-CD91-11CB-E377-EFCD1D4A6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LON-SR4 on </a:t>
            </a:r>
            <a:r>
              <a:rPr lang="en-US" dirty="0" err="1"/>
              <a:t>HyperV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close up of computer code">
            <a:extLst>
              <a:ext uri="{FF2B5EF4-FFF2-40B4-BE49-F238E27FC236}">
                <a16:creationId xmlns:a16="http://schemas.microsoft.com/office/drawing/2014/main" id="{94D43AA7-0244-2FEB-86AC-B5DECE0232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F3FA79-DE26-1F2A-0CF7-5671B73C8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343" y="85725"/>
            <a:ext cx="9144000" cy="2286000"/>
          </a:xfrm>
        </p:spPr>
        <p:txBody>
          <a:bodyPr/>
          <a:lstStyle/>
          <a:p>
            <a:r>
              <a:rPr lang="en-US" dirty="0"/>
              <a:t>Start Lon-SVR4 </a:t>
            </a:r>
          </a:p>
        </p:txBody>
      </p:sp>
      <p:pic>
        <p:nvPicPr>
          <p:cNvPr id="5" name="Picture 4" descr="A computer screen with a white box&#10;&#10;AI-generated content may be incorrect.">
            <a:extLst>
              <a:ext uri="{FF2B5EF4-FFF2-40B4-BE49-F238E27FC236}">
                <a16:creationId xmlns:a16="http://schemas.microsoft.com/office/drawing/2014/main" id="{224183A4-E534-7B8E-BE59-3D9C1ED7C2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257" y="2656114"/>
            <a:ext cx="594360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86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rmAutofit/>
          </a:bodyPr>
          <a:lstStyle/>
          <a:p>
            <a:r>
              <a:rPr lang="en-US" dirty="0"/>
              <a:t>Hyper-V Memory</a:t>
            </a:r>
          </a:p>
        </p:txBody>
      </p: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8D4F5C-8BC4-2516-52F9-81917E97C1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90" b="2"/>
          <a:stretch>
            <a:fillRect/>
          </a:stretch>
        </p:blipFill>
        <p:spPr>
          <a:xfrm>
            <a:off x="6086167" y="-22225"/>
            <a:ext cx="6080760" cy="6902450"/>
          </a:xfrm>
          <a:prstGeom prst="parallelogram">
            <a:avLst/>
          </a:prstGeom>
          <a:noFill/>
          <a:ln>
            <a:noFill/>
          </a:ln>
        </p:spPr>
      </p:pic>
      <p:sp>
        <p:nvSpPr>
          <p:cNvPr id="26" name="Subtitle 3">
            <a:extLst>
              <a:ext uri="{FF2B5EF4-FFF2-40B4-BE49-F238E27FC236}">
                <a16:creationId xmlns:a16="http://schemas.microsoft.com/office/drawing/2014/main" id="{0F09632B-606A-8ADD-DF13-B884ABE86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600" y="4145280"/>
            <a:ext cx="5066250" cy="69088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Here RAM was adjusted to meet the requirements of the host machine. </a:t>
            </a:r>
          </a:p>
        </p:txBody>
      </p:sp>
    </p:spTree>
    <p:extLst>
      <p:ext uri="{BB962C8B-B14F-4D97-AF65-F5344CB8AC3E}">
        <p14:creationId xmlns:p14="http://schemas.microsoft.com/office/powerpoint/2010/main" val="393043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anchor="ctr">
            <a:normAutofit/>
          </a:bodyPr>
          <a:lstStyle/>
          <a:p>
            <a:r>
              <a:rPr lang="en-US" dirty="0"/>
              <a:t>Network adapter set</a:t>
            </a:r>
          </a:p>
        </p:txBody>
      </p:sp>
      <p:pic>
        <p:nvPicPr>
          <p:cNvPr id="7" name="Picture Placeholder 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2051F858-53AC-CDC3-6CB0-27DF2E5954C1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56"/>
          <a:stretch>
            <a:fillRect/>
          </a:stretch>
        </p:blipFill>
        <p:spPr>
          <a:xfrm>
            <a:off x="6459795" y="2024780"/>
            <a:ext cx="4894006" cy="4137189"/>
          </a:xfrm>
          <a:noFill/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BD65E6C-3C59-7298-62B7-7B7EDEB15E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2400" b="1" dirty="0"/>
              <a:t>I set the network adapter to be able to use the network from the host machine to connect to the other devices and the internet on the network.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rmAutofit/>
          </a:bodyPr>
          <a:lstStyle/>
          <a:p>
            <a:r>
              <a:rPr lang="en-US" dirty="0"/>
              <a:t>Connect a Virtual Hard Disk 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472BEA-FA9E-DEE0-BFFE-5C6A01BB1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10" b="-1"/>
          <a:stretch>
            <a:fillRect/>
          </a:stretch>
        </p:blipFill>
        <p:spPr>
          <a:xfrm>
            <a:off x="6086167" y="-22225"/>
            <a:ext cx="6080760" cy="6902450"/>
          </a:xfrm>
          <a:prstGeom prst="parallelogram">
            <a:avLst/>
          </a:prstGeom>
          <a:noFill/>
          <a:ln>
            <a:noFill/>
          </a:ln>
        </p:spPr>
      </p:pic>
      <p:sp>
        <p:nvSpPr>
          <p:cNvPr id="12" name="Subtitle 11">
            <a:extLst>
              <a:ext uri="{FF2B5EF4-FFF2-40B4-BE49-F238E27FC236}">
                <a16:creationId xmlns:a16="http://schemas.microsoft.com/office/drawing/2014/main" id="{A336FEA9-C85A-3569-16F0-5ECBABBE0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600" y="4145280"/>
            <a:ext cx="5066250" cy="690880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Here is the image showing VHD attached</a:t>
            </a:r>
          </a:p>
        </p:txBody>
      </p:sp>
    </p:spTree>
    <p:extLst>
      <p:ext uri="{BB962C8B-B14F-4D97-AF65-F5344CB8AC3E}">
        <p14:creationId xmlns:p14="http://schemas.microsoft.com/office/powerpoint/2010/main" val="1679936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rmAutofit/>
          </a:bodyPr>
          <a:lstStyle/>
          <a:p>
            <a:r>
              <a:rPr lang="en-US" dirty="0"/>
              <a:t>Manage Smart Paging &amp; Check Memory Status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E05E0D-F1EE-FD71-1D35-5C2C2CCC6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36" r="18596" b="-1"/>
          <a:stretch>
            <a:fillRect/>
          </a:stretch>
        </p:blipFill>
        <p:spPr>
          <a:xfrm>
            <a:off x="6086167" y="-22225"/>
            <a:ext cx="6080760" cy="6902450"/>
          </a:xfrm>
          <a:prstGeom prst="parallelogram">
            <a:avLst/>
          </a:prstGeom>
          <a:noFill/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600" y="4145280"/>
            <a:ext cx="5066250" cy="6908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Here you can see the memory set up and that it is se to Dynamic Memory. </a:t>
            </a:r>
          </a:p>
        </p:txBody>
      </p:sp>
    </p:spTree>
    <p:extLst>
      <p:ext uri="{BB962C8B-B14F-4D97-AF65-F5344CB8AC3E}">
        <p14:creationId xmlns:p14="http://schemas.microsoft.com/office/powerpoint/2010/main" val="1649597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4F5C9-1325-B636-6713-90588105E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Export the VM</a:t>
            </a:r>
            <a:br>
              <a:rPr lang="en-US" dirty="0"/>
            </a:br>
            <a:r>
              <a:rPr lang="en-US" sz="1600" dirty="0"/>
              <a:t>Here you can see the VM in my files</a:t>
            </a:r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7E23A1-489A-4131-13E7-3A4489A6D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03" b="-1"/>
          <a:stretch>
            <a:fillRect/>
          </a:stretch>
        </p:blipFill>
        <p:spPr>
          <a:xfrm>
            <a:off x="838200" y="1790329"/>
            <a:ext cx="5134335" cy="4113054"/>
          </a:xfrm>
          <a:prstGeom prst="rect">
            <a:avLst/>
          </a:prstGeom>
          <a:noFill/>
        </p:spPr>
      </p:pic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6258F6-26F9-E821-E634-15ACE4E5AB0E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426" b="-2"/>
          <a:stretch>
            <a:fillRect/>
          </a:stretch>
        </p:blipFill>
        <p:spPr>
          <a:xfrm>
            <a:off x="6219464" y="1790329"/>
            <a:ext cx="5134335" cy="4113054"/>
          </a:xfrm>
          <a:noFill/>
        </p:spPr>
      </p:pic>
    </p:spTree>
    <p:extLst>
      <p:ext uri="{BB962C8B-B14F-4D97-AF65-F5344CB8AC3E}">
        <p14:creationId xmlns:p14="http://schemas.microsoft.com/office/powerpoint/2010/main" val="366770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972CE2-D54B-1D7F-1133-D40C29911FA2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809" y="2592159"/>
            <a:ext cx="5133975" cy="361188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355742-1091-5AAB-7726-83B1D05FF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the VM</a:t>
            </a:r>
            <a:br>
              <a:rPr lang="en-US" dirty="0"/>
            </a:br>
            <a:r>
              <a:rPr lang="en-US" sz="1600" dirty="0"/>
              <a:t>Here I imported the VM and named it VM2</a:t>
            </a:r>
            <a:endParaRPr lang="en-US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D246AC-4D86-BD8C-8BBA-ED44E1F0F8C0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80657"/>
            <a:ext cx="4439618" cy="3123385"/>
          </a:xfr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405EDE-AEED-FD54-80AB-806BC5F149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3784" y="2928814"/>
            <a:ext cx="4838216" cy="342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229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A19E6-68FA-E656-6AE6-F83786FFD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VM3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EA3FF9-1528-7F0D-FEEB-85EEC6D5C2EB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72" y="1691323"/>
            <a:ext cx="5133975" cy="3651436"/>
          </a:xfrm>
        </p:spPr>
      </p:pic>
    </p:spTree>
    <p:extLst>
      <p:ext uri="{BB962C8B-B14F-4D97-AF65-F5344CB8AC3E}">
        <p14:creationId xmlns:p14="http://schemas.microsoft.com/office/powerpoint/2010/main" val="307550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A119CB5-97CD-3B75-9A91-49CEF158D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anchor="ctr">
            <a:normAutofit/>
          </a:bodyPr>
          <a:lstStyle/>
          <a:p>
            <a:r>
              <a:rPr lang="en-US" b="1" dirty="0"/>
              <a:t>Implementing Hyper-V Security Options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9F904B-72D5-FCC8-D8B7-19AD5A48FD5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627478"/>
            <a:ext cx="5212079" cy="2931794"/>
          </a:xfrm>
          <a:noFill/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C80E440-1666-32A0-D3B7-F897F569DC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/>
          <a:p>
            <a:r>
              <a:rPr lang="en-US" dirty="0"/>
              <a:t>Here in VM3 changed security settings to enable TPM, Encrypt stat and virtual machine traffic and Enable Shielding.</a:t>
            </a:r>
          </a:p>
        </p:txBody>
      </p:sp>
    </p:spTree>
    <p:extLst>
      <p:ext uri="{BB962C8B-B14F-4D97-AF65-F5344CB8AC3E}">
        <p14:creationId xmlns:p14="http://schemas.microsoft.com/office/powerpoint/2010/main" val="4821109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{974BDFAC-A154-4278-8113-EC8CA9383A55}TFb73f27a7-0404-48d9-96f8-0ca8d35477ec68e4afe9_win32-7b62b493978d</Template>
  <TotalTime>76</TotalTime>
  <Words>160</Words>
  <Application>Microsoft Office PowerPoint</Application>
  <PresentationFormat>Widescreen</PresentationFormat>
  <Paragraphs>22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Wingdings</vt:lpstr>
      <vt:lpstr>Custom</vt:lpstr>
      <vt:lpstr>William Roberts CIS216  Prof. Stephen Leggett Task 11</vt:lpstr>
      <vt:lpstr>Create LON-SR4 on HyperV</vt:lpstr>
      <vt:lpstr>Start Lon-SVR4 </vt:lpstr>
      <vt:lpstr>Hyper-V Memory</vt:lpstr>
      <vt:lpstr>Network adapter set</vt:lpstr>
      <vt:lpstr>Connect a Virtual Hard Disk </vt:lpstr>
      <vt:lpstr>Manage Smart Paging &amp; Check Memory Status</vt:lpstr>
      <vt:lpstr>Export the VM Here you can see the VM in my files</vt:lpstr>
      <vt:lpstr>Import the VM Here I imported the VM and named it VM2</vt:lpstr>
      <vt:lpstr>Create VM3</vt:lpstr>
      <vt:lpstr>Implementing Hyper-V Security Options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Roberts, William R.</dc:creator>
  <cp:lastModifiedBy>Roberts, William R.</cp:lastModifiedBy>
  <cp:revision>3</cp:revision>
  <dcterms:created xsi:type="dcterms:W3CDTF">2025-11-27T00:55:20Z</dcterms:created>
  <dcterms:modified xsi:type="dcterms:W3CDTF">2025-11-28T18:23:16Z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